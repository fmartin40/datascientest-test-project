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  <p:sldMasterId id="2147483694" r:id="rId2"/>
  </p:sldMasterIdLst>
  <p:notesMasterIdLst>
    <p:notesMasterId r:id="rId20"/>
  </p:notesMasterIdLst>
  <p:sldIdLst>
    <p:sldId id="256" r:id="rId3"/>
    <p:sldId id="296" r:id="rId4"/>
    <p:sldId id="297" r:id="rId5"/>
    <p:sldId id="287" r:id="rId6"/>
    <p:sldId id="301" r:id="rId7"/>
    <p:sldId id="298" r:id="rId8"/>
    <p:sldId id="304" r:id="rId9"/>
    <p:sldId id="281" r:id="rId10"/>
    <p:sldId id="302" r:id="rId11"/>
    <p:sldId id="258" r:id="rId12"/>
    <p:sldId id="307" r:id="rId13"/>
    <p:sldId id="264" r:id="rId14"/>
    <p:sldId id="303" r:id="rId15"/>
    <p:sldId id="305" r:id="rId16"/>
    <p:sldId id="260" r:id="rId17"/>
    <p:sldId id="265" r:id="rId18"/>
    <p:sldId id="306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Rubik" panose="020B0604020202020204" charset="-79"/>
      <p:regular r:id="rId25"/>
      <p:bold r:id="rId26"/>
      <p:italic r:id="rId27"/>
      <p:boldItalic r:id="rId28"/>
    </p:embeddedFont>
    <p:embeddedFont>
      <p:font typeface="Rubik Light" panose="020B0604020202020204" charset="-79"/>
      <p:regular r:id="rId29"/>
      <p:bold r:id="rId30"/>
      <p:italic r:id="rId31"/>
      <p:boldItalic r:id="rId32"/>
    </p:embeddedFont>
    <p:embeddedFont>
      <p:font typeface="Urbanist Black" panose="020B0604020202020204" charset="0"/>
      <p:bold r:id="rId33"/>
      <p:boldItalic r:id="rId34"/>
    </p:embeddedFont>
    <p:embeddedFont>
      <p:font typeface="Urbanist Medium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11CDC-1322-0AD8-874A-F1B29E6F73A7}" v="123" dt="2025-06-02T12:30:31.001"/>
    <p1510:client id="{D0226A54-4AC8-9FEC-C6D5-C2C44F4CA4E1}" v="817" dt="2025-06-01T06:19:55.127"/>
    <p1510:client id="{FFBC34F6-088D-F64B-8815-761AF7FF7DDA}" v="935" dt="2025-06-01T19:26:18.100"/>
  </p1510:revLst>
</p1510:revInfo>
</file>

<file path=ppt/tableStyles.xml><?xml version="1.0" encoding="utf-8"?>
<a:tblStyleLst xmlns:a="http://schemas.openxmlformats.org/drawingml/2006/main" def="{E83298FF-C68A-44E5-9B5D-7DEBFAA807D3}">
  <a:tblStyle styleId="{E83298FF-C68A-44E5-9B5D-7DEBFAA807D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k Martin" userId="S::f.martin@smartdps.fr::a3cd2aa3-5b48-4f86-b694-027a523995c0" providerId="AD" clId="Web-{79EE615F-0C2F-DE90-DF85-D842C05BB840}"/>
    <pc:docChg chg="addSld delSld modSld sldOrd">
      <pc:chgData name="Franck Martin" userId="S::f.martin@smartdps.fr::a3cd2aa3-5b48-4f86-b694-027a523995c0" providerId="AD" clId="Web-{79EE615F-0C2F-DE90-DF85-D842C05BB840}" dt="2025-05-31T07:33:25.497" v="1157"/>
      <pc:docMkLst>
        <pc:docMk/>
      </pc:docMkLst>
      <pc:sldChg chg="del">
        <pc:chgData name="Franck Martin" userId="S::f.martin@smartdps.fr::a3cd2aa3-5b48-4f86-b694-027a523995c0" providerId="AD" clId="Web-{79EE615F-0C2F-DE90-DF85-D842C05BB840}" dt="2025-05-31T06:32:03.204" v="933"/>
        <pc:sldMkLst>
          <pc:docMk/>
          <pc:sldMk cId="0" sldId="257"/>
        </pc:sldMkLst>
      </pc:sldChg>
      <pc:sldChg chg="addSp delSp modSp">
        <pc:chgData name="Franck Martin" userId="S::f.martin@smartdps.fr::a3cd2aa3-5b48-4f86-b694-027a523995c0" providerId="AD" clId="Web-{79EE615F-0C2F-DE90-DF85-D842C05BB840}" dt="2025-05-31T07:32:54.617" v="1151" actId="1076"/>
        <pc:sldMkLst>
          <pc:docMk/>
          <pc:sldMk cId="0" sldId="258"/>
        </pc:sldMkLst>
        <pc:spChg chg="add mod">
          <ac:chgData name="Franck Martin" userId="S::f.martin@smartdps.fr::a3cd2aa3-5b48-4f86-b694-027a523995c0" providerId="AD" clId="Web-{79EE615F-0C2F-DE90-DF85-D842C05BB840}" dt="2025-05-31T07:30:46.941" v="1115" actId="1076"/>
          <ac:spMkLst>
            <pc:docMk/>
            <pc:sldMk cId="0" sldId="258"/>
            <ac:spMk id="7" creationId="{3BA87005-3161-06C3-53A5-1D0691676D9C}"/>
          </ac:spMkLst>
        </pc:spChg>
        <pc:spChg chg="add mod">
          <ac:chgData name="Franck Martin" userId="S::f.martin@smartdps.fr::a3cd2aa3-5b48-4f86-b694-027a523995c0" providerId="AD" clId="Web-{79EE615F-0C2F-DE90-DF85-D842C05BB840}" dt="2025-05-31T07:31:26.036" v="1131" actId="20577"/>
          <ac:spMkLst>
            <pc:docMk/>
            <pc:sldMk cId="0" sldId="258"/>
            <ac:spMk id="9" creationId="{FD2526CB-1F1A-E2B0-D959-5FC269DF580F}"/>
          </ac:spMkLst>
        </pc:spChg>
        <pc:spChg chg="add mod">
          <ac:chgData name="Franck Martin" userId="S::f.martin@smartdps.fr::a3cd2aa3-5b48-4f86-b694-027a523995c0" providerId="AD" clId="Web-{79EE615F-0C2F-DE90-DF85-D842C05BB840}" dt="2025-05-31T07:32:54.602" v="1150" actId="1076"/>
          <ac:spMkLst>
            <pc:docMk/>
            <pc:sldMk cId="0" sldId="258"/>
            <ac:spMk id="11" creationId="{6CEF80F3-5300-2349-E9A0-1B0958E592A3}"/>
          </ac:spMkLst>
        </pc:spChg>
        <pc:spChg chg="add mod">
          <ac:chgData name="Franck Martin" userId="S::f.martin@smartdps.fr::a3cd2aa3-5b48-4f86-b694-027a523995c0" providerId="AD" clId="Web-{79EE615F-0C2F-DE90-DF85-D842C05BB840}" dt="2025-05-31T07:32:54.617" v="1151" actId="1076"/>
          <ac:spMkLst>
            <pc:docMk/>
            <pc:sldMk cId="0" sldId="258"/>
            <ac:spMk id="13" creationId="{EDA7A644-985F-78C1-B405-01F7B0317808}"/>
          </ac:spMkLst>
        </pc:spChg>
        <pc:spChg chg="del mod">
          <ac:chgData name="Franck Martin" userId="S::f.martin@smartdps.fr::a3cd2aa3-5b48-4f86-b694-027a523995c0" providerId="AD" clId="Web-{79EE615F-0C2F-DE90-DF85-D842C05BB840}" dt="2025-05-31T07:30:31.144" v="1107"/>
          <ac:spMkLst>
            <pc:docMk/>
            <pc:sldMk cId="0" sldId="258"/>
            <ac:spMk id="313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6:47:14.952" v="955"/>
          <ac:spMkLst>
            <pc:docMk/>
            <pc:sldMk cId="0" sldId="258"/>
            <ac:spMk id="314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6:47:20.874" v="962"/>
          <ac:spMkLst>
            <pc:docMk/>
            <pc:sldMk cId="0" sldId="258"/>
            <ac:spMk id="315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6:47:20.874" v="961"/>
          <ac:spMkLst>
            <pc:docMk/>
            <pc:sldMk cId="0" sldId="258"/>
            <ac:spMk id="316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6:47:20.874" v="960"/>
          <ac:spMkLst>
            <pc:docMk/>
            <pc:sldMk cId="0" sldId="258"/>
            <ac:spMk id="317" creationId="{00000000-0000-0000-0000-000000000000}"/>
          </ac:spMkLst>
        </pc:spChg>
        <pc:spChg chg="mod">
          <ac:chgData name="Franck Martin" userId="S::f.martin@smartdps.fr::a3cd2aa3-5b48-4f86-b694-027a523995c0" providerId="AD" clId="Web-{79EE615F-0C2F-DE90-DF85-D842C05BB840}" dt="2025-05-31T07:32:47.351" v="1147" actId="1076"/>
          <ac:spMkLst>
            <pc:docMk/>
            <pc:sldMk cId="0" sldId="258"/>
            <ac:spMk id="318" creationId="{00000000-0000-0000-0000-000000000000}"/>
          </ac:spMkLst>
        </pc:spChg>
        <pc:spChg chg="del mod">
          <ac:chgData name="Franck Martin" userId="S::f.martin@smartdps.fr::a3cd2aa3-5b48-4f86-b694-027a523995c0" providerId="AD" clId="Web-{79EE615F-0C2F-DE90-DF85-D842C05BB840}" dt="2025-05-31T07:30:31.144" v="1106"/>
          <ac:spMkLst>
            <pc:docMk/>
            <pc:sldMk cId="0" sldId="258"/>
            <ac:spMk id="319" creationId="{00000000-0000-0000-0000-000000000000}"/>
          </ac:spMkLst>
        </pc:spChg>
        <pc:spChg chg="del mod">
          <ac:chgData name="Franck Martin" userId="S::f.martin@smartdps.fr::a3cd2aa3-5b48-4f86-b694-027a523995c0" providerId="AD" clId="Web-{79EE615F-0C2F-DE90-DF85-D842C05BB840}" dt="2025-05-31T07:30:31.144" v="1105"/>
          <ac:spMkLst>
            <pc:docMk/>
            <pc:sldMk cId="0" sldId="258"/>
            <ac:spMk id="320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6:47:14.952" v="954"/>
          <ac:spMkLst>
            <pc:docMk/>
            <pc:sldMk cId="0" sldId="258"/>
            <ac:spMk id="321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6:47:14.952" v="953"/>
          <ac:spMkLst>
            <pc:docMk/>
            <pc:sldMk cId="0" sldId="258"/>
            <ac:spMk id="322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6:47:14.952" v="952"/>
          <ac:spMkLst>
            <pc:docMk/>
            <pc:sldMk cId="0" sldId="258"/>
            <ac:spMk id="323" creationId="{00000000-0000-0000-0000-000000000000}"/>
          </ac:spMkLst>
        </pc:spChg>
        <pc:spChg chg="del mod">
          <ac:chgData name="Franck Martin" userId="S::f.martin@smartdps.fr::a3cd2aa3-5b48-4f86-b694-027a523995c0" providerId="AD" clId="Web-{79EE615F-0C2F-DE90-DF85-D842C05BB840}" dt="2025-05-31T07:31:01.098" v="1122"/>
          <ac:spMkLst>
            <pc:docMk/>
            <pc:sldMk cId="0" sldId="258"/>
            <ac:spMk id="324" creationId="{00000000-0000-0000-0000-000000000000}"/>
          </ac:spMkLst>
        </pc:spChg>
        <pc:spChg chg="mod">
          <ac:chgData name="Franck Martin" userId="S::f.martin@smartdps.fr::a3cd2aa3-5b48-4f86-b694-027a523995c0" providerId="AD" clId="Web-{79EE615F-0C2F-DE90-DF85-D842C05BB840}" dt="2025-05-31T07:32:54.555" v="1148" actId="1076"/>
          <ac:spMkLst>
            <pc:docMk/>
            <pc:sldMk cId="0" sldId="258"/>
            <ac:spMk id="325" creationId="{00000000-0000-0000-0000-000000000000}"/>
          </ac:spMkLst>
        </pc:spChg>
        <pc:spChg chg="del mod">
          <ac:chgData name="Franck Martin" userId="S::f.martin@smartdps.fr::a3cd2aa3-5b48-4f86-b694-027a523995c0" providerId="AD" clId="Web-{79EE615F-0C2F-DE90-DF85-D842C05BB840}" dt="2025-05-31T07:31:01.098" v="1121"/>
          <ac:spMkLst>
            <pc:docMk/>
            <pc:sldMk cId="0" sldId="258"/>
            <ac:spMk id="326" creationId="{00000000-0000-0000-0000-000000000000}"/>
          </ac:spMkLst>
        </pc:spChg>
        <pc:spChg chg="del mod">
          <ac:chgData name="Franck Martin" userId="S::f.martin@smartdps.fr::a3cd2aa3-5b48-4f86-b694-027a523995c0" providerId="AD" clId="Web-{79EE615F-0C2F-DE90-DF85-D842C05BB840}" dt="2025-05-31T07:31:01.098" v="1120"/>
          <ac:spMkLst>
            <pc:docMk/>
            <pc:sldMk cId="0" sldId="258"/>
            <ac:spMk id="327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6:47:14.952" v="951"/>
          <ac:spMkLst>
            <pc:docMk/>
            <pc:sldMk cId="0" sldId="258"/>
            <ac:spMk id="328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6:47:14.952" v="950"/>
          <ac:spMkLst>
            <pc:docMk/>
            <pc:sldMk cId="0" sldId="258"/>
            <ac:spMk id="329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6:47:14.952" v="949"/>
          <ac:spMkLst>
            <pc:docMk/>
            <pc:sldMk cId="0" sldId="258"/>
            <ac:spMk id="330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6:47:14.952" v="948"/>
          <ac:spMkLst>
            <pc:docMk/>
            <pc:sldMk cId="0" sldId="258"/>
            <ac:spMk id="331" creationId="{00000000-0000-0000-0000-000000000000}"/>
          </ac:spMkLst>
        </pc:spChg>
        <pc:picChg chg="add del mod">
          <ac:chgData name="Franck Martin" userId="S::f.martin@smartdps.fr::a3cd2aa3-5b48-4f86-b694-027a523995c0" providerId="AD" clId="Web-{79EE615F-0C2F-DE90-DF85-D842C05BB840}" dt="2025-05-31T07:18:47.156" v="1013"/>
          <ac:picMkLst>
            <pc:docMk/>
            <pc:sldMk cId="0" sldId="258"/>
            <ac:picMk id="2" creationId="{6D435329-2BF2-BC2E-7DCF-BAADD866738A}"/>
          </ac:picMkLst>
        </pc:picChg>
        <pc:picChg chg="add mod">
          <ac:chgData name="Franck Martin" userId="S::f.martin@smartdps.fr::a3cd2aa3-5b48-4f86-b694-027a523995c0" providerId="AD" clId="Web-{79EE615F-0C2F-DE90-DF85-D842C05BB840}" dt="2025-05-31T07:32:54.602" v="1149" actId="1076"/>
          <ac:picMkLst>
            <pc:docMk/>
            <pc:sldMk cId="0" sldId="258"/>
            <ac:picMk id="3" creationId="{0AB231C2-643A-8F5E-8E44-E0C2A1BC35E4}"/>
          </ac:picMkLst>
        </pc:picChg>
        <pc:picChg chg="add del mod">
          <ac:chgData name="Franck Martin" userId="S::f.martin@smartdps.fr::a3cd2aa3-5b48-4f86-b694-027a523995c0" providerId="AD" clId="Web-{79EE615F-0C2F-DE90-DF85-D842C05BB840}" dt="2025-05-31T07:28:14.435" v="1083"/>
          <ac:picMkLst>
            <pc:docMk/>
            <pc:sldMk cId="0" sldId="258"/>
            <ac:picMk id="4" creationId="{9B6F38CA-FA5C-577F-4092-D60F7EDB7EA6}"/>
          </ac:picMkLst>
        </pc:picChg>
        <pc:picChg chg="add mod">
          <ac:chgData name="Franck Martin" userId="S::f.martin@smartdps.fr::a3cd2aa3-5b48-4f86-b694-027a523995c0" providerId="AD" clId="Web-{79EE615F-0C2F-DE90-DF85-D842C05BB840}" dt="2025-05-31T07:31:12.207" v="1127" actId="1076"/>
          <ac:picMkLst>
            <pc:docMk/>
            <pc:sldMk cId="0" sldId="258"/>
            <ac:picMk id="5" creationId="{334459FD-C96E-420D-0335-0CA6B83034F9}"/>
          </ac:picMkLst>
        </pc:picChg>
        <pc:picChg chg="del">
          <ac:chgData name="Franck Martin" userId="S::f.martin@smartdps.fr::a3cd2aa3-5b48-4f86-b694-027a523995c0" providerId="AD" clId="Web-{79EE615F-0C2F-DE90-DF85-D842C05BB840}" dt="2025-05-31T06:46:55.701" v="936"/>
          <ac:picMkLst>
            <pc:docMk/>
            <pc:sldMk cId="0" sldId="258"/>
            <ac:picMk id="332" creationId="{00000000-0000-0000-0000-000000000000}"/>
          </ac:picMkLst>
        </pc:picChg>
        <pc:picChg chg="del">
          <ac:chgData name="Franck Martin" userId="S::f.martin@smartdps.fr::a3cd2aa3-5b48-4f86-b694-027a523995c0" providerId="AD" clId="Web-{79EE615F-0C2F-DE90-DF85-D842C05BB840}" dt="2025-05-31T06:46:56.560" v="937"/>
          <ac:picMkLst>
            <pc:docMk/>
            <pc:sldMk cId="0" sldId="258"/>
            <ac:picMk id="333" creationId="{00000000-0000-0000-0000-000000000000}"/>
          </ac:picMkLst>
        </pc:picChg>
      </pc:sldChg>
      <pc:sldChg chg="del">
        <pc:chgData name="Franck Martin" userId="S::f.martin@smartdps.fr::a3cd2aa3-5b48-4f86-b694-027a523995c0" providerId="AD" clId="Web-{79EE615F-0C2F-DE90-DF85-D842C05BB840}" dt="2025-05-31T06:32:00.063" v="932"/>
        <pc:sldMkLst>
          <pc:docMk/>
          <pc:sldMk cId="0" sldId="259"/>
        </pc:sldMkLst>
      </pc:sldChg>
      <pc:sldChg chg="del">
        <pc:chgData name="Franck Martin" userId="S::f.martin@smartdps.fr::a3cd2aa3-5b48-4f86-b694-027a523995c0" providerId="AD" clId="Web-{79EE615F-0C2F-DE90-DF85-D842C05BB840}" dt="2025-05-31T06:32:05.907" v="934"/>
        <pc:sldMkLst>
          <pc:docMk/>
          <pc:sldMk cId="0" sldId="261"/>
        </pc:sldMkLst>
      </pc:sldChg>
      <pc:sldChg chg="del">
        <pc:chgData name="Franck Martin" userId="S::f.martin@smartdps.fr::a3cd2aa3-5b48-4f86-b694-027a523995c0" providerId="AD" clId="Web-{79EE615F-0C2F-DE90-DF85-D842C05BB840}" dt="2025-05-31T06:32:08.079" v="935"/>
        <pc:sldMkLst>
          <pc:docMk/>
          <pc:sldMk cId="0" sldId="263"/>
        </pc:sldMkLst>
      </pc:sldChg>
      <pc:sldChg chg="addSp delSp modSp ord">
        <pc:chgData name="Franck Martin" userId="S::f.martin@smartdps.fr::a3cd2aa3-5b48-4f86-b694-027a523995c0" providerId="AD" clId="Web-{79EE615F-0C2F-DE90-DF85-D842C05BB840}" dt="2025-05-31T07:33:17.715" v="1155"/>
        <pc:sldMkLst>
          <pc:docMk/>
          <pc:sldMk cId="0" sldId="264"/>
        </pc:sldMkLst>
        <pc:spChg chg="add mod">
          <ac:chgData name="Franck Martin" userId="S::f.martin@smartdps.fr::a3cd2aa3-5b48-4f86-b694-027a523995c0" providerId="AD" clId="Web-{79EE615F-0C2F-DE90-DF85-D842C05BB840}" dt="2025-05-31T07:33:14.040" v="1154"/>
          <ac:spMkLst>
            <pc:docMk/>
            <pc:sldMk cId="0" sldId="264"/>
            <ac:spMk id="3" creationId="{01BB677A-0E29-2365-A6DD-015B30CF5757}"/>
          </ac:spMkLst>
        </pc:spChg>
        <pc:spChg chg="del">
          <ac:chgData name="Franck Martin" userId="S::f.martin@smartdps.fr::a3cd2aa3-5b48-4f86-b694-027a523995c0" providerId="AD" clId="Web-{79EE615F-0C2F-DE90-DF85-D842C05BB840}" dt="2025-05-31T07:33:14.040" v="1154"/>
          <ac:spMkLst>
            <pc:docMk/>
            <pc:sldMk cId="0" sldId="264"/>
            <ac:spMk id="373" creationId="{00000000-0000-0000-0000-000000000000}"/>
          </ac:spMkLst>
        </pc:spChg>
        <pc:spChg chg="del">
          <ac:chgData name="Franck Martin" userId="S::f.martin@smartdps.fr::a3cd2aa3-5b48-4f86-b694-027a523995c0" providerId="AD" clId="Web-{79EE615F-0C2F-DE90-DF85-D842C05BB840}" dt="2025-05-31T07:33:13.993" v="1152"/>
          <ac:spMkLst>
            <pc:docMk/>
            <pc:sldMk cId="0" sldId="264"/>
            <ac:spMk id="375" creationId="{00000000-0000-0000-0000-000000000000}"/>
          </ac:spMkLst>
        </pc:spChg>
        <pc:picChg chg="del">
          <ac:chgData name="Franck Martin" userId="S::f.martin@smartdps.fr::a3cd2aa3-5b48-4f86-b694-027a523995c0" providerId="AD" clId="Web-{79EE615F-0C2F-DE90-DF85-D842C05BB840}" dt="2025-05-31T07:33:13.993" v="1153"/>
          <ac:picMkLst>
            <pc:docMk/>
            <pc:sldMk cId="0" sldId="264"/>
            <ac:picMk id="374" creationId="{00000000-0000-0000-0000-000000000000}"/>
          </ac:picMkLst>
        </pc:picChg>
      </pc:sldChg>
      <pc:sldChg chg="modSp ord">
        <pc:chgData name="Franck Martin" userId="S::f.martin@smartdps.fr::a3cd2aa3-5b48-4f86-b694-027a523995c0" providerId="AD" clId="Web-{79EE615F-0C2F-DE90-DF85-D842C05BB840}" dt="2025-05-31T07:33:20.059" v="1156"/>
        <pc:sldMkLst>
          <pc:docMk/>
          <pc:sldMk cId="0" sldId="265"/>
        </pc:sldMkLst>
        <pc:spChg chg="mod">
          <ac:chgData name="Franck Martin" userId="S::f.martin@smartdps.fr::a3cd2aa3-5b48-4f86-b694-027a523995c0" providerId="AD" clId="Web-{79EE615F-0C2F-DE90-DF85-D842C05BB840}" dt="2025-05-31T07:26:51.057" v="1082" actId="20577"/>
          <ac:spMkLst>
            <pc:docMk/>
            <pc:sldMk cId="0" sldId="265"/>
            <ac:spMk id="381" creationId="{00000000-0000-0000-0000-000000000000}"/>
          </ac:spMkLst>
        </pc:spChg>
      </pc:sldChg>
      <pc:sldChg chg="modSp">
        <pc:chgData name="Franck Martin" userId="S::f.martin@smartdps.fr::a3cd2aa3-5b48-4f86-b694-027a523995c0" providerId="AD" clId="Web-{79EE615F-0C2F-DE90-DF85-D842C05BB840}" dt="2025-05-31T05:47:20.764" v="707" actId="20577"/>
        <pc:sldMkLst>
          <pc:docMk/>
          <pc:sldMk cId="0" sldId="281"/>
        </pc:sldMkLst>
        <pc:spChg chg="mod">
          <ac:chgData name="Franck Martin" userId="S::f.martin@smartdps.fr::a3cd2aa3-5b48-4f86-b694-027a523995c0" providerId="AD" clId="Web-{79EE615F-0C2F-DE90-DF85-D842C05BB840}" dt="2025-05-31T05:40:52.406" v="639" actId="1076"/>
          <ac:spMkLst>
            <pc:docMk/>
            <pc:sldMk cId="0" sldId="281"/>
            <ac:spMk id="488" creationId="{00000000-0000-0000-0000-000000000000}"/>
          </ac:spMkLst>
        </pc:spChg>
        <pc:spChg chg="mod">
          <ac:chgData name="Franck Martin" userId="S::f.martin@smartdps.fr::a3cd2aa3-5b48-4f86-b694-027a523995c0" providerId="AD" clId="Web-{79EE615F-0C2F-DE90-DF85-D842C05BB840}" dt="2025-05-31T05:47:20.764" v="707" actId="20577"/>
          <ac:spMkLst>
            <pc:docMk/>
            <pc:sldMk cId="0" sldId="281"/>
            <ac:spMk id="489" creationId="{00000000-0000-0000-0000-000000000000}"/>
          </ac:spMkLst>
        </pc:spChg>
      </pc:sldChg>
      <pc:sldChg chg="modSp">
        <pc:chgData name="Franck Martin" userId="S::f.martin@smartdps.fr::a3cd2aa3-5b48-4f86-b694-027a523995c0" providerId="AD" clId="Web-{79EE615F-0C2F-DE90-DF85-D842C05BB840}" dt="2025-05-31T06:51:47.026" v="994"/>
        <pc:sldMkLst>
          <pc:docMk/>
          <pc:sldMk cId="0" sldId="287"/>
        </pc:sldMkLst>
        <pc:picChg chg="mod">
          <ac:chgData name="Franck Martin" userId="S::f.martin@smartdps.fr::a3cd2aa3-5b48-4f86-b694-027a523995c0" providerId="AD" clId="Web-{79EE615F-0C2F-DE90-DF85-D842C05BB840}" dt="2025-05-31T06:51:47.026" v="994"/>
          <ac:picMkLst>
            <pc:docMk/>
            <pc:sldMk cId="0" sldId="287"/>
            <ac:picMk id="5" creationId="{A5475857-98A0-CF3B-BBE2-E866C50A855F}"/>
          </ac:picMkLst>
        </pc:picChg>
      </pc:sldChg>
      <pc:sldChg chg="del">
        <pc:chgData name="Franck Martin" userId="S::f.martin@smartdps.fr::a3cd2aa3-5b48-4f86-b694-027a523995c0" providerId="AD" clId="Web-{79EE615F-0C2F-DE90-DF85-D842C05BB840}" dt="2025-05-30T20:08:02.381" v="400"/>
        <pc:sldMkLst>
          <pc:docMk/>
          <pc:sldMk cId="0" sldId="295"/>
        </pc:sldMkLst>
      </pc:sldChg>
      <pc:sldChg chg="addSp delSp modSp">
        <pc:chgData name="Franck Martin" userId="S::f.martin@smartdps.fr::a3cd2aa3-5b48-4f86-b694-027a523995c0" providerId="AD" clId="Web-{79EE615F-0C2F-DE90-DF85-D842C05BB840}" dt="2025-05-31T06:52:47.655" v="1006"/>
        <pc:sldMkLst>
          <pc:docMk/>
          <pc:sldMk cId="25890143" sldId="298"/>
        </pc:sldMkLst>
        <pc:spChg chg="add del mod">
          <ac:chgData name="Franck Martin" userId="S::f.martin@smartdps.fr::a3cd2aa3-5b48-4f86-b694-027a523995c0" providerId="AD" clId="Web-{79EE615F-0C2F-DE90-DF85-D842C05BB840}" dt="2025-05-30T18:21:58.737" v="54"/>
          <ac:spMkLst>
            <pc:docMk/>
            <pc:sldMk cId="25890143" sldId="298"/>
            <ac:spMk id="4" creationId="{1DF91653-1483-EA0B-AE82-A4FE24EEB2E2}"/>
          </ac:spMkLst>
        </pc:spChg>
        <pc:spChg chg="add del">
          <ac:chgData name="Franck Martin" userId="S::f.martin@smartdps.fr::a3cd2aa3-5b48-4f86-b694-027a523995c0" providerId="AD" clId="Web-{79EE615F-0C2F-DE90-DF85-D842C05BB840}" dt="2025-05-30T18:21:44.924" v="53"/>
          <ac:spMkLst>
            <pc:docMk/>
            <pc:sldMk cId="25890143" sldId="298"/>
            <ac:spMk id="6" creationId="{8182A8CB-BB6C-4B49-FE14-9A6FC123CA9F}"/>
          </ac:spMkLst>
        </pc:spChg>
        <pc:spChg chg="add mod">
          <ac:chgData name="Franck Martin" userId="S::f.martin@smartdps.fr::a3cd2aa3-5b48-4f86-b694-027a523995c0" providerId="AD" clId="Web-{79EE615F-0C2F-DE90-DF85-D842C05BB840}" dt="2025-05-30T18:34:41.008" v="202" actId="1076"/>
          <ac:spMkLst>
            <pc:docMk/>
            <pc:sldMk cId="25890143" sldId="298"/>
            <ac:spMk id="7" creationId="{89A2FD82-4555-E473-56CF-5CD4E5CC2CEF}"/>
          </ac:spMkLst>
        </pc:spChg>
        <pc:spChg chg="mod">
          <ac:chgData name="Franck Martin" userId="S::f.martin@smartdps.fr::a3cd2aa3-5b48-4f86-b694-027a523995c0" providerId="AD" clId="Web-{79EE615F-0C2F-DE90-DF85-D842C05BB840}" dt="2025-05-30T18:34:30.851" v="199" actId="1076"/>
          <ac:spMkLst>
            <pc:docMk/>
            <pc:sldMk cId="25890143" sldId="298"/>
            <ac:spMk id="537" creationId="{FD6011DA-8E2A-A135-577A-B9607F806489}"/>
          </ac:spMkLst>
        </pc:spChg>
        <pc:spChg chg="del">
          <ac:chgData name="Franck Martin" userId="S::f.martin@smartdps.fr::a3cd2aa3-5b48-4f86-b694-027a523995c0" providerId="AD" clId="Web-{79EE615F-0C2F-DE90-DF85-D842C05BB840}" dt="2025-05-30T17:35:30.237" v="35"/>
          <ac:spMkLst>
            <pc:docMk/>
            <pc:sldMk cId="25890143" sldId="298"/>
            <ac:spMk id="538" creationId="{6946D45D-E047-9E7E-1A53-77EC68E98B25}"/>
          </ac:spMkLst>
        </pc:spChg>
        <pc:picChg chg="add mod">
          <ac:chgData name="Franck Martin" userId="S::f.martin@smartdps.fr::a3cd2aa3-5b48-4f86-b694-027a523995c0" providerId="AD" clId="Web-{79EE615F-0C2F-DE90-DF85-D842C05BB840}" dt="2025-05-31T06:52:47.655" v="1006"/>
          <ac:picMkLst>
            <pc:docMk/>
            <pc:sldMk cId="25890143" sldId="298"/>
            <ac:picMk id="2" creationId="{F67C2E01-17E8-8C05-CBD2-1C1173B9B53E}"/>
          </ac:picMkLst>
        </pc:picChg>
      </pc:sldChg>
      <pc:sldChg chg="addSp delSp modSp">
        <pc:chgData name="Franck Martin" userId="S::f.martin@smartdps.fr::a3cd2aa3-5b48-4f86-b694-027a523995c0" providerId="AD" clId="Web-{79EE615F-0C2F-DE90-DF85-D842C05BB840}" dt="2025-05-30T20:29:37.299" v="578"/>
        <pc:sldMkLst>
          <pc:docMk/>
          <pc:sldMk cId="2785785830" sldId="299"/>
        </pc:sldMkLst>
        <pc:spChg chg="mod">
          <ac:chgData name="Franck Martin" userId="S::f.martin@smartdps.fr::a3cd2aa3-5b48-4f86-b694-027a523995c0" providerId="AD" clId="Web-{79EE615F-0C2F-DE90-DF85-D842C05BB840}" dt="2025-05-30T19:56:47.196" v="288" actId="1076"/>
          <ac:spMkLst>
            <pc:docMk/>
            <pc:sldMk cId="2785785830" sldId="299"/>
            <ac:spMk id="3" creationId="{D43BCA08-DB6E-7261-8FDA-006FD727080E}"/>
          </ac:spMkLst>
        </pc:spChg>
        <pc:spChg chg="mod">
          <ac:chgData name="Franck Martin" userId="S::f.martin@smartdps.fr::a3cd2aa3-5b48-4f86-b694-027a523995c0" providerId="AD" clId="Web-{79EE615F-0C2F-DE90-DF85-D842C05BB840}" dt="2025-05-30T19:56:47.227" v="289" actId="1076"/>
          <ac:spMkLst>
            <pc:docMk/>
            <pc:sldMk cId="2785785830" sldId="299"/>
            <ac:spMk id="6" creationId="{D552EFA1-B7FD-2679-8440-AAA00631995D}"/>
          </ac:spMkLst>
        </pc:spChg>
        <pc:spChg chg="mod">
          <ac:chgData name="Franck Martin" userId="S::f.martin@smartdps.fr::a3cd2aa3-5b48-4f86-b694-027a523995c0" providerId="AD" clId="Web-{79EE615F-0C2F-DE90-DF85-D842C05BB840}" dt="2025-05-30T19:56:47.243" v="290" actId="1076"/>
          <ac:spMkLst>
            <pc:docMk/>
            <pc:sldMk cId="2785785830" sldId="299"/>
            <ac:spMk id="8" creationId="{FFF19516-F8A3-28F2-53B9-D38F7294FA53}"/>
          </ac:spMkLst>
        </pc:spChg>
        <pc:spChg chg="mod">
          <ac:chgData name="Franck Martin" userId="S::f.martin@smartdps.fr::a3cd2aa3-5b48-4f86-b694-027a523995c0" providerId="AD" clId="Web-{79EE615F-0C2F-DE90-DF85-D842C05BB840}" dt="2025-05-30T20:07:54.147" v="399" actId="20577"/>
          <ac:spMkLst>
            <pc:docMk/>
            <pc:sldMk cId="2785785830" sldId="299"/>
            <ac:spMk id="15" creationId="{CD46F075-F91D-988E-32DA-13522ACC4C75}"/>
          </ac:spMkLst>
        </pc:spChg>
        <pc:spChg chg="mod">
          <ac:chgData name="Franck Martin" userId="S::f.martin@smartdps.fr::a3cd2aa3-5b48-4f86-b694-027a523995c0" providerId="AD" clId="Web-{79EE615F-0C2F-DE90-DF85-D842C05BB840}" dt="2025-05-30T19:56:47.165" v="287" actId="1076"/>
          <ac:spMkLst>
            <pc:docMk/>
            <pc:sldMk cId="2785785830" sldId="299"/>
            <ac:spMk id="538" creationId="{1E991905-C98A-7070-AC86-292A24DDD3A9}"/>
          </ac:spMkLst>
        </pc:spChg>
        <pc:picChg chg="add del mod">
          <ac:chgData name="Franck Martin" userId="S::f.martin@smartdps.fr::a3cd2aa3-5b48-4f86-b694-027a523995c0" providerId="AD" clId="Web-{79EE615F-0C2F-DE90-DF85-D842C05BB840}" dt="2025-05-30T20:29:37.299" v="578"/>
          <ac:picMkLst>
            <pc:docMk/>
            <pc:sldMk cId="2785785830" sldId="299"/>
            <ac:picMk id="2" creationId="{85DDB9D0-0BDE-D0B2-F152-95C3F7A0FF0E}"/>
          </ac:picMkLst>
        </pc:picChg>
      </pc:sldChg>
      <pc:sldChg chg="addSp modSp add replId">
        <pc:chgData name="Franck Martin" userId="S::f.martin@smartdps.fr::a3cd2aa3-5b48-4f86-b694-027a523995c0" providerId="AD" clId="Web-{79EE615F-0C2F-DE90-DF85-D842C05BB840}" dt="2025-05-31T06:24:31.919" v="931" actId="20577"/>
        <pc:sldMkLst>
          <pc:docMk/>
          <pc:sldMk cId="2194048237" sldId="302"/>
        </pc:sldMkLst>
        <pc:spChg chg="mod">
          <ac:chgData name="Franck Martin" userId="S::f.martin@smartdps.fr::a3cd2aa3-5b48-4f86-b694-027a523995c0" providerId="AD" clId="Web-{79EE615F-0C2F-DE90-DF85-D842C05BB840}" dt="2025-05-31T06:23:29.666" v="892" actId="1076"/>
          <ac:spMkLst>
            <pc:docMk/>
            <pc:sldMk cId="2194048237" sldId="302"/>
            <ac:spMk id="488" creationId="{7D31C012-4323-1753-DFB3-7AEBAB750B61}"/>
          </ac:spMkLst>
        </pc:spChg>
        <pc:spChg chg="mod">
          <ac:chgData name="Franck Martin" userId="S::f.martin@smartdps.fr::a3cd2aa3-5b48-4f86-b694-027a523995c0" providerId="AD" clId="Web-{79EE615F-0C2F-DE90-DF85-D842C05BB840}" dt="2025-05-31T06:24:31.919" v="931" actId="20577"/>
          <ac:spMkLst>
            <pc:docMk/>
            <pc:sldMk cId="2194048237" sldId="302"/>
            <ac:spMk id="489" creationId="{40697A9D-2D62-A719-A3B3-7CE0325AE5D6}"/>
          </ac:spMkLst>
        </pc:spChg>
        <pc:picChg chg="add mod">
          <ac:chgData name="Franck Martin" userId="S::f.martin@smartdps.fr::a3cd2aa3-5b48-4f86-b694-027a523995c0" providerId="AD" clId="Web-{79EE615F-0C2F-DE90-DF85-D842C05BB840}" dt="2025-05-31T06:23:29.791" v="894" actId="1076"/>
          <ac:picMkLst>
            <pc:docMk/>
            <pc:sldMk cId="2194048237" sldId="302"/>
            <ac:picMk id="2" creationId="{5CF62B10-E6AD-6E29-3D2A-2905F36E0C58}"/>
          </ac:picMkLst>
        </pc:picChg>
        <pc:picChg chg="add mod">
          <ac:chgData name="Franck Martin" userId="S::f.martin@smartdps.fr::a3cd2aa3-5b48-4f86-b694-027a523995c0" providerId="AD" clId="Web-{79EE615F-0C2F-DE90-DF85-D842C05BB840}" dt="2025-05-31T06:23:29.838" v="895" actId="1076"/>
          <ac:picMkLst>
            <pc:docMk/>
            <pc:sldMk cId="2194048237" sldId="302"/>
            <ac:picMk id="3" creationId="{81AA9552-742B-14B3-C884-672C4F5AD838}"/>
          </ac:picMkLst>
        </pc:picChg>
      </pc:sldChg>
      <pc:sldChg chg="add replId">
        <pc:chgData name="Franck Martin" userId="S::f.martin@smartdps.fr::a3cd2aa3-5b48-4f86-b694-027a523995c0" providerId="AD" clId="Web-{79EE615F-0C2F-DE90-DF85-D842C05BB840}" dt="2025-05-31T07:33:25.497" v="1157"/>
        <pc:sldMkLst>
          <pc:docMk/>
          <pc:sldMk cId="87451066" sldId="303"/>
        </pc:sldMkLst>
      </pc:sldChg>
    </pc:docChg>
  </pc:docChgLst>
  <pc:docChgLst>
    <pc:chgData name="Franck Martin" userId="S::f.martin@smartdps.fr::a3cd2aa3-5b48-4f86-b694-027a523995c0" providerId="AD" clId="Web-{5AE11CDC-1322-0AD8-874A-F1B29E6F73A7}"/>
    <pc:docChg chg="modSld sldOrd">
      <pc:chgData name="Franck Martin" userId="S::f.martin@smartdps.fr::a3cd2aa3-5b48-4f86-b694-027a523995c0" providerId="AD" clId="Web-{5AE11CDC-1322-0AD8-874A-F1B29E6F73A7}" dt="2025-06-02T12:30:29.298" v="77" actId="20577"/>
      <pc:docMkLst>
        <pc:docMk/>
      </pc:docMkLst>
      <pc:sldChg chg="modSp">
        <pc:chgData name="Franck Martin" userId="S::f.martin@smartdps.fr::a3cd2aa3-5b48-4f86-b694-027a523995c0" providerId="AD" clId="Web-{5AE11CDC-1322-0AD8-874A-F1B29E6F73A7}" dt="2025-06-02T12:27:36.713" v="66" actId="20577"/>
        <pc:sldMkLst>
          <pc:docMk/>
          <pc:sldMk cId="0" sldId="264"/>
        </pc:sldMkLst>
        <pc:spChg chg="mod">
          <ac:chgData name="Franck Martin" userId="S::f.martin@smartdps.fr::a3cd2aa3-5b48-4f86-b694-027a523995c0" providerId="AD" clId="Web-{5AE11CDC-1322-0AD8-874A-F1B29E6F73A7}" dt="2025-06-02T12:27:36.713" v="66" actId="20577"/>
          <ac:spMkLst>
            <pc:docMk/>
            <pc:sldMk cId="0" sldId="264"/>
            <ac:spMk id="2" creationId="{13B7B851-FD8F-1B8D-4218-93D4D0F7F10E}"/>
          </ac:spMkLst>
        </pc:spChg>
      </pc:sldChg>
      <pc:sldChg chg="modSp">
        <pc:chgData name="Franck Martin" userId="S::f.martin@smartdps.fr::a3cd2aa3-5b48-4f86-b694-027a523995c0" providerId="AD" clId="Web-{5AE11CDC-1322-0AD8-874A-F1B29E6F73A7}" dt="2025-06-02T12:16:39.937" v="60" actId="20577"/>
        <pc:sldMkLst>
          <pc:docMk/>
          <pc:sldMk cId="4275394035" sldId="296"/>
        </pc:sldMkLst>
        <pc:spChg chg="mod">
          <ac:chgData name="Franck Martin" userId="S::f.martin@smartdps.fr::a3cd2aa3-5b48-4f86-b694-027a523995c0" providerId="AD" clId="Web-{5AE11CDC-1322-0AD8-874A-F1B29E6F73A7}" dt="2025-06-02T12:16:39.937" v="60" actId="20577"/>
          <ac:spMkLst>
            <pc:docMk/>
            <pc:sldMk cId="4275394035" sldId="296"/>
            <ac:spMk id="489" creationId="{F968AEB2-3AF7-53BC-130A-24331778E577}"/>
          </ac:spMkLst>
        </pc:spChg>
      </pc:sldChg>
      <pc:sldChg chg="modSp">
        <pc:chgData name="Franck Martin" userId="S::f.martin@smartdps.fr::a3cd2aa3-5b48-4f86-b694-027a523995c0" providerId="AD" clId="Web-{5AE11CDC-1322-0AD8-874A-F1B29E6F73A7}" dt="2025-06-02T12:23:25.703" v="62" actId="20577"/>
        <pc:sldMkLst>
          <pc:docMk/>
          <pc:sldMk cId="1102789684" sldId="301"/>
        </pc:sldMkLst>
        <pc:spChg chg="mod">
          <ac:chgData name="Franck Martin" userId="S::f.martin@smartdps.fr::a3cd2aa3-5b48-4f86-b694-027a523995c0" providerId="AD" clId="Web-{5AE11CDC-1322-0AD8-874A-F1B29E6F73A7}" dt="2025-06-02T12:23:25.703" v="62" actId="20577"/>
          <ac:spMkLst>
            <pc:docMk/>
            <pc:sldMk cId="1102789684" sldId="301"/>
            <ac:spMk id="388" creationId="{DECB4973-EDD0-3D82-ACCD-EE5BFA1B0F72}"/>
          </ac:spMkLst>
        </pc:spChg>
      </pc:sldChg>
      <pc:sldChg chg="modSp">
        <pc:chgData name="Franck Martin" userId="S::f.martin@smartdps.fr::a3cd2aa3-5b48-4f86-b694-027a523995c0" providerId="AD" clId="Web-{5AE11CDC-1322-0AD8-874A-F1B29E6F73A7}" dt="2025-06-02T12:26:19.507" v="64" actId="20577"/>
        <pc:sldMkLst>
          <pc:docMk/>
          <pc:sldMk cId="2194048237" sldId="302"/>
        </pc:sldMkLst>
        <pc:spChg chg="mod">
          <ac:chgData name="Franck Martin" userId="S::f.martin@smartdps.fr::a3cd2aa3-5b48-4f86-b694-027a523995c0" providerId="AD" clId="Web-{5AE11CDC-1322-0AD8-874A-F1B29E6F73A7}" dt="2025-06-02T12:26:19.507" v="64" actId="20577"/>
          <ac:spMkLst>
            <pc:docMk/>
            <pc:sldMk cId="2194048237" sldId="302"/>
            <ac:spMk id="489" creationId="{40697A9D-2D62-A719-A3B3-7CE0325AE5D6}"/>
          </ac:spMkLst>
        </pc:spChg>
      </pc:sldChg>
      <pc:sldChg chg="modSp">
        <pc:chgData name="Franck Martin" userId="S::f.martin@smartdps.fr::a3cd2aa3-5b48-4f86-b694-027a523995c0" providerId="AD" clId="Web-{5AE11CDC-1322-0AD8-874A-F1B29E6F73A7}" dt="2025-06-02T12:29:16.701" v="75" actId="20577"/>
        <pc:sldMkLst>
          <pc:docMk/>
          <pc:sldMk cId="87451066" sldId="303"/>
        </pc:sldMkLst>
        <pc:spChg chg="mod">
          <ac:chgData name="Franck Martin" userId="S::f.martin@smartdps.fr::a3cd2aa3-5b48-4f86-b694-027a523995c0" providerId="AD" clId="Web-{5AE11CDC-1322-0AD8-874A-F1B29E6F73A7}" dt="2025-06-02T12:27:52.948" v="67" actId="20577"/>
          <ac:spMkLst>
            <pc:docMk/>
            <pc:sldMk cId="87451066" sldId="303"/>
            <ac:spMk id="3" creationId="{BB0A1CBD-39C4-C397-012D-5CE2276BE085}"/>
          </ac:spMkLst>
        </pc:spChg>
        <pc:spChg chg="mod">
          <ac:chgData name="Franck Martin" userId="S::f.martin@smartdps.fr::a3cd2aa3-5b48-4f86-b694-027a523995c0" providerId="AD" clId="Web-{5AE11CDC-1322-0AD8-874A-F1B29E6F73A7}" dt="2025-06-02T12:29:16.701" v="75" actId="20577"/>
          <ac:spMkLst>
            <pc:docMk/>
            <pc:sldMk cId="87451066" sldId="303"/>
            <ac:spMk id="4" creationId="{BD71D4C1-ADEC-7597-BF36-E931B29407AD}"/>
          </ac:spMkLst>
        </pc:spChg>
        <pc:spChg chg="mod">
          <ac:chgData name="Franck Martin" userId="S::f.martin@smartdps.fr::a3cd2aa3-5b48-4f86-b694-027a523995c0" providerId="AD" clId="Web-{5AE11CDC-1322-0AD8-874A-F1B29E6F73A7}" dt="2025-06-02T12:28:31.231" v="70" actId="20577"/>
          <ac:spMkLst>
            <pc:docMk/>
            <pc:sldMk cId="87451066" sldId="303"/>
            <ac:spMk id="5" creationId="{31B0B0B1-02C3-D876-C459-5DBDED21EF9A}"/>
          </ac:spMkLst>
        </pc:spChg>
      </pc:sldChg>
      <pc:sldChg chg="modSp">
        <pc:chgData name="Franck Martin" userId="S::f.martin@smartdps.fr::a3cd2aa3-5b48-4f86-b694-027a523995c0" providerId="AD" clId="Web-{5AE11CDC-1322-0AD8-874A-F1B29E6F73A7}" dt="2025-06-02T12:30:29.298" v="77" actId="20577"/>
        <pc:sldMkLst>
          <pc:docMk/>
          <pc:sldMk cId="991426635" sldId="305"/>
        </pc:sldMkLst>
        <pc:spChg chg="mod">
          <ac:chgData name="Franck Martin" userId="S::f.martin@smartdps.fr::a3cd2aa3-5b48-4f86-b694-027a523995c0" providerId="AD" clId="Web-{5AE11CDC-1322-0AD8-874A-F1B29E6F73A7}" dt="2025-06-02T12:29:43.093" v="76" actId="14100"/>
          <ac:spMkLst>
            <pc:docMk/>
            <pc:sldMk cId="991426635" sldId="305"/>
            <ac:spMk id="3" creationId="{CDACE760-AA9D-630B-3027-53A637D3A304}"/>
          </ac:spMkLst>
        </pc:spChg>
        <pc:spChg chg="mod">
          <ac:chgData name="Franck Martin" userId="S::f.martin@smartdps.fr::a3cd2aa3-5b48-4f86-b694-027a523995c0" providerId="AD" clId="Web-{5AE11CDC-1322-0AD8-874A-F1B29E6F73A7}" dt="2025-06-02T12:30:29.298" v="77" actId="20577"/>
          <ac:spMkLst>
            <pc:docMk/>
            <pc:sldMk cId="991426635" sldId="305"/>
            <ac:spMk id="9" creationId="{7F28868F-E0D5-5999-E80D-1DE212D376BF}"/>
          </ac:spMkLst>
        </pc:spChg>
      </pc:sldChg>
      <pc:sldChg chg="addSp modSp ord">
        <pc:chgData name="Franck Martin" userId="S::f.martin@smartdps.fr::a3cd2aa3-5b48-4f86-b694-027a523995c0" providerId="AD" clId="Web-{5AE11CDC-1322-0AD8-874A-F1B29E6F73A7}" dt="2025-06-02T12:13:33.382" v="22" actId="1076"/>
        <pc:sldMkLst>
          <pc:docMk/>
          <pc:sldMk cId="1587904002" sldId="307"/>
        </pc:sldMkLst>
        <pc:spChg chg="add mod">
          <ac:chgData name="Franck Martin" userId="S::f.martin@smartdps.fr::a3cd2aa3-5b48-4f86-b694-027a523995c0" providerId="AD" clId="Web-{5AE11CDC-1322-0AD8-874A-F1B29E6F73A7}" dt="2025-06-02T12:13:33.382" v="22" actId="1076"/>
          <ac:spMkLst>
            <pc:docMk/>
            <pc:sldMk cId="1587904002" sldId="307"/>
            <ac:spMk id="3" creationId="{34EC8493-35F8-E34F-2C3C-73E989BDCA27}"/>
          </ac:spMkLst>
        </pc:spChg>
        <pc:spChg chg="mod">
          <ac:chgData name="Franck Martin" userId="S::f.martin@smartdps.fr::a3cd2aa3-5b48-4f86-b694-027a523995c0" providerId="AD" clId="Web-{5AE11CDC-1322-0AD8-874A-F1B29E6F73A7}" dt="2025-06-02T12:13:26.163" v="20" actId="1076"/>
          <ac:spMkLst>
            <pc:docMk/>
            <pc:sldMk cId="1587904002" sldId="307"/>
            <ac:spMk id="538" creationId="{99D9D4D7-59AF-6136-9B4A-9D02B14C2D1C}"/>
          </ac:spMkLst>
        </pc:spChg>
      </pc:sldChg>
    </pc:docChg>
  </pc:docChgLst>
  <pc:docChgLst>
    <pc:chgData name="Franck Martin" userId="S::f.martin@smartdps.fr::a3cd2aa3-5b48-4f86-b694-027a523995c0" providerId="AD" clId="Web-{D0226A54-4AC8-9FEC-C6D5-C2C44F4CA4E1}"/>
    <pc:docChg chg="addSld delSld modSld sldOrd">
      <pc:chgData name="Franck Martin" userId="S::f.martin@smartdps.fr::a3cd2aa3-5b48-4f86-b694-027a523995c0" providerId="AD" clId="Web-{D0226A54-4AC8-9FEC-C6D5-C2C44F4CA4E1}" dt="2025-06-01T06:19:55.127" v="570"/>
      <pc:docMkLst>
        <pc:docMk/>
      </pc:docMkLst>
      <pc:sldChg chg="delSp modSp ord">
        <pc:chgData name="Franck Martin" userId="S::f.martin@smartdps.fr::a3cd2aa3-5b48-4f86-b694-027a523995c0" providerId="AD" clId="Web-{D0226A54-4AC8-9FEC-C6D5-C2C44F4CA4E1}" dt="2025-06-01T06:19:55.127" v="570"/>
        <pc:sldMkLst>
          <pc:docMk/>
          <pc:sldMk cId="0" sldId="260"/>
        </pc:sldMkLst>
        <pc:spChg chg="mod">
          <ac:chgData name="Franck Martin" userId="S::f.martin@smartdps.fr::a3cd2aa3-5b48-4f86-b694-027a523995c0" providerId="AD" clId="Web-{D0226A54-4AC8-9FEC-C6D5-C2C44F4CA4E1}" dt="2025-05-31T15:14:29.620" v="229" actId="20577"/>
          <ac:spMkLst>
            <pc:docMk/>
            <pc:sldMk cId="0" sldId="260"/>
            <ac:spMk id="345" creationId="{00000000-0000-0000-0000-000000000000}"/>
          </ac:spMkLst>
        </pc:spChg>
        <pc:spChg chg="del mod">
          <ac:chgData name="Franck Martin" userId="S::f.martin@smartdps.fr::a3cd2aa3-5b48-4f86-b694-027a523995c0" providerId="AD" clId="Web-{D0226A54-4AC8-9FEC-C6D5-C2C44F4CA4E1}" dt="2025-06-01T06:19:55.127" v="570"/>
          <ac:spMkLst>
            <pc:docMk/>
            <pc:sldMk cId="0" sldId="260"/>
            <ac:spMk id="347" creationId="{00000000-0000-0000-0000-000000000000}"/>
          </ac:spMkLst>
        </pc:spChg>
        <pc:picChg chg="del">
          <ac:chgData name="Franck Martin" userId="S::f.martin@smartdps.fr::a3cd2aa3-5b48-4f86-b694-027a523995c0" providerId="AD" clId="Web-{D0226A54-4AC8-9FEC-C6D5-C2C44F4CA4E1}" dt="2025-05-31T15:14:35.780" v="230"/>
          <ac:picMkLst>
            <pc:docMk/>
            <pc:sldMk cId="0" sldId="260"/>
            <ac:picMk id="346" creationId="{00000000-0000-0000-0000-000000000000}"/>
          </ac:picMkLst>
        </pc:picChg>
      </pc:sldChg>
      <pc:sldChg chg="del">
        <pc:chgData name="Franck Martin" userId="S::f.martin@smartdps.fr::a3cd2aa3-5b48-4f86-b694-027a523995c0" providerId="AD" clId="Web-{D0226A54-4AC8-9FEC-C6D5-C2C44F4CA4E1}" dt="2025-05-31T10:48:15.868" v="136"/>
        <pc:sldMkLst>
          <pc:docMk/>
          <pc:sldMk cId="0" sldId="262"/>
        </pc:sldMkLst>
      </pc:sldChg>
      <pc:sldChg chg="addSp modSp">
        <pc:chgData name="Franck Martin" userId="S::f.martin@smartdps.fr::a3cd2aa3-5b48-4f86-b694-027a523995c0" providerId="AD" clId="Web-{D0226A54-4AC8-9FEC-C6D5-C2C44F4CA4E1}" dt="2025-05-31T10:48:02.555" v="135"/>
        <pc:sldMkLst>
          <pc:docMk/>
          <pc:sldMk cId="0" sldId="264"/>
        </pc:sldMkLst>
        <pc:spChg chg="add mod">
          <ac:chgData name="Franck Martin" userId="S::f.martin@smartdps.fr::a3cd2aa3-5b48-4f86-b694-027a523995c0" providerId="AD" clId="Web-{D0226A54-4AC8-9FEC-C6D5-C2C44F4CA4E1}" dt="2025-05-31T10:46:19.144" v="131" actId="20577"/>
          <ac:spMkLst>
            <pc:docMk/>
            <pc:sldMk cId="0" sldId="264"/>
            <ac:spMk id="2" creationId="{13B7B851-FD8F-1B8D-4218-93D4D0F7F10E}"/>
          </ac:spMkLst>
        </pc:spChg>
        <pc:spChg chg="mod">
          <ac:chgData name="Franck Martin" userId="S::f.martin@smartdps.fr::a3cd2aa3-5b48-4f86-b694-027a523995c0" providerId="AD" clId="Web-{D0226A54-4AC8-9FEC-C6D5-C2C44F4CA4E1}" dt="2025-05-31T10:42:51.401" v="109" actId="1076"/>
          <ac:spMkLst>
            <pc:docMk/>
            <pc:sldMk cId="0" sldId="264"/>
            <ac:spMk id="3" creationId="{01BB677A-0E29-2365-A6DD-015B30CF5757}"/>
          </ac:spMkLst>
        </pc:spChg>
        <pc:picChg chg="add mod">
          <ac:chgData name="Franck Martin" userId="S::f.martin@smartdps.fr::a3cd2aa3-5b48-4f86-b694-027a523995c0" providerId="AD" clId="Web-{D0226A54-4AC8-9FEC-C6D5-C2C44F4CA4E1}" dt="2025-05-31T10:48:02.555" v="135"/>
          <ac:picMkLst>
            <pc:docMk/>
            <pc:sldMk cId="0" sldId="264"/>
            <ac:picMk id="4" creationId="{2076D4EF-AD07-DDF3-B080-D21561EDD9FA}"/>
          </ac:picMkLst>
        </pc:picChg>
      </pc:sldChg>
      <pc:sldChg chg="del">
        <pc:chgData name="Franck Martin" userId="S::f.martin@smartdps.fr::a3cd2aa3-5b48-4f86-b694-027a523995c0" providerId="AD" clId="Web-{D0226A54-4AC8-9FEC-C6D5-C2C44F4CA4E1}" dt="2025-05-31T16:06:59.722" v="468"/>
        <pc:sldMkLst>
          <pc:docMk/>
          <pc:sldMk cId="0" sldId="266"/>
        </pc:sldMkLst>
      </pc:sldChg>
      <pc:sldChg chg="del">
        <pc:chgData name="Franck Martin" userId="S::f.martin@smartdps.fr::a3cd2aa3-5b48-4f86-b694-027a523995c0" providerId="AD" clId="Web-{D0226A54-4AC8-9FEC-C6D5-C2C44F4CA4E1}" dt="2025-05-31T16:06:59.722" v="467"/>
        <pc:sldMkLst>
          <pc:docMk/>
          <pc:sldMk cId="0" sldId="267"/>
        </pc:sldMkLst>
      </pc:sldChg>
      <pc:sldChg chg="del">
        <pc:chgData name="Franck Martin" userId="S::f.martin@smartdps.fr::a3cd2aa3-5b48-4f86-b694-027a523995c0" providerId="AD" clId="Web-{D0226A54-4AC8-9FEC-C6D5-C2C44F4CA4E1}" dt="2025-05-31T16:06:59.722" v="466"/>
        <pc:sldMkLst>
          <pc:docMk/>
          <pc:sldMk cId="0" sldId="268"/>
        </pc:sldMkLst>
      </pc:sldChg>
      <pc:sldChg chg="del">
        <pc:chgData name="Franck Martin" userId="S::f.martin@smartdps.fr::a3cd2aa3-5b48-4f86-b694-027a523995c0" providerId="AD" clId="Web-{D0226A54-4AC8-9FEC-C6D5-C2C44F4CA4E1}" dt="2025-05-31T16:06:59.722" v="465"/>
        <pc:sldMkLst>
          <pc:docMk/>
          <pc:sldMk cId="0" sldId="269"/>
        </pc:sldMkLst>
      </pc:sldChg>
      <pc:sldChg chg="del">
        <pc:chgData name="Franck Martin" userId="S::f.martin@smartdps.fr::a3cd2aa3-5b48-4f86-b694-027a523995c0" providerId="AD" clId="Web-{D0226A54-4AC8-9FEC-C6D5-C2C44F4CA4E1}" dt="2025-05-31T16:06:59.722" v="464"/>
        <pc:sldMkLst>
          <pc:docMk/>
          <pc:sldMk cId="0" sldId="270"/>
        </pc:sldMkLst>
      </pc:sldChg>
      <pc:sldChg chg="del">
        <pc:chgData name="Franck Martin" userId="S::f.martin@smartdps.fr::a3cd2aa3-5b48-4f86-b694-027a523995c0" providerId="AD" clId="Web-{D0226A54-4AC8-9FEC-C6D5-C2C44F4CA4E1}" dt="2025-05-31T16:06:59.722" v="463"/>
        <pc:sldMkLst>
          <pc:docMk/>
          <pc:sldMk cId="0" sldId="271"/>
        </pc:sldMkLst>
      </pc:sldChg>
      <pc:sldChg chg="del">
        <pc:chgData name="Franck Martin" userId="S::f.martin@smartdps.fr::a3cd2aa3-5b48-4f86-b694-027a523995c0" providerId="AD" clId="Web-{D0226A54-4AC8-9FEC-C6D5-C2C44F4CA4E1}" dt="2025-05-31T16:06:59.722" v="462"/>
        <pc:sldMkLst>
          <pc:docMk/>
          <pc:sldMk cId="0" sldId="272"/>
        </pc:sldMkLst>
      </pc:sldChg>
      <pc:sldChg chg="del">
        <pc:chgData name="Franck Martin" userId="S::f.martin@smartdps.fr::a3cd2aa3-5b48-4f86-b694-027a523995c0" providerId="AD" clId="Web-{D0226A54-4AC8-9FEC-C6D5-C2C44F4CA4E1}" dt="2025-05-31T16:06:59.722" v="461"/>
        <pc:sldMkLst>
          <pc:docMk/>
          <pc:sldMk cId="0" sldId="273"/>
        </pc:sldMkLst>
      </pc:sldChg>
      <pc:sldChg chg="del">
        <pc:chgData name="Franck Martin" userId="S::f.martin@smartdps.fr::a3cd2aa3-5b48-4f86-b694-027a523995c0" providerId="AD" clId="Web-{D0226A54-4AC8-9FEC-C6D5-C2C44F4CA4E1}" dt="2025-05-31T16:06:59.722" v="460"/>
        <pc:sldMkLst>
          <pc:docMk/>
          <pc:sldMk cId="0" sldId="274"/>
        </pc:sldMkLst>
      </pc:sldChg>
      <pc:sldChg chg="del">
        <pc:chgData name="Franck Martin" userId="S::f.martin@smartdps.fr::a3cd2aa3-5b48-4f86-b694-027a523995c0" providerId="AD" clId="Web-{D0226A54-4AC8-9FEC-C6D5-C2C44F4CA4E1}" dt="2025-05-31T16:06:59.706" v="459"/>
        <pc:sldMkLst>
          <pc:docMk/>
          <pc:sldMk cId="0" sldId="275"/>
        </pc:sldMkLst>
      </pc:sldChg>
      <pc:sldChg chg="del">
        <pc:chgData name="Franck Martin" userId="S::f.martin@smartdps.fr::a3cd2aa3-5b48-4f86-b694-027a523995c0" providerId="AD" clId="Web-{D0226A54-4AC8-9FEC-C6D5-C2C44F4CA4E1}" dt="2025-05-31T16:06:59.706" v="458"/>
        <pc:sldMkLst>
          <pc:docMk/>
          <pc:sldMk cId="0" sldId="276"/>
        </pc:sldMkLst>
      </pc:sldChg>
      <pc:sldChg chg="del">
        <pc:chgData name="Franck Martin" userId="S::f.martin@smartdps.fr::a3cd2aa3-5b48-4f86-b694-027a523995c0" providerId="AD" clId="Web-{D0226A54-4AC8-9FEC-C6D5-C2C44F4CA4E1}" dt="2025-05-31T16:06:59.706" v="457"/>
        <pc:sldMkLst>
          <pc:docMk/>
          <pc:sldMk cId="0" sldId="277"/>
        </pc:sldMkLst>
      </pc:sldChg>
      <pc:sldChg chg="del">
        <pc:chgData name="Franck Martin" userId="S::f.martin@smartdps.fr::a3cd2aa3-5b48-4f86-b694-027a523995c0" providerId="AD" clId="Web-{D0226A54-4AC8-9FEC-C6D5-C2C44F4CA4E1}" dt="2025-05-31T16:06:59.706" v="456"/>
        <pc:sldMkLst>
          <pc:docMk/>
          <pc:sldMk cId="0" sldId="278"/>
        </pc:sldMkLst>
      </pc:sldChg>
      <pc:sldChg chg="del">
        <pc:chgData name="Franck Martin" userId="S::f.martin@smartdps.fr::a3cd2aa3-5b48-4f86-b694-027a523995c0" providerId="AD" clId="Web-{D0226A54-4AC8-9FEC-C6D5-C2C44F4CA4E1}" dt="2025-05-31T16:06:59.706" v="455"/>
        <pc:sldMkLst>
          <pc:docMk/>
          <pc:sldMk cId="0" sldId="279"/>
        </pc:sldMkLst>
      </pc:sldChg>
      <pc:sldChg chg="del">
        <pc:chgData name="Franck Martin" userId="S::f.martin@smartdps.fr::a3cd2aa3-5b48-4f86-b694-027a523995c0" providerId="AD" clId="Web-{D0226A54-4AC8-9FEC-C6D5-C2C44F4CA4E1}" dt="2025-05-31T16:06:59.706" v="454"/>
        <pc:sldMkLst>
          <pc:docMk/>
          <pc:sldMk cId="0" sldId="280"/>
        </pc:sldMkLst>
      </pc:sldChg>
      <pc:sldChg chg="del">
        <pc:chgData name="Franck Martin" userId="S::f.martin@smartdps.fr::a3cd2aa3-5b48-4f86-b694-027a523995c0" providerId="AD" clId="Web-{D0226A54-4AC8-9FEC-C6D5-C2C44F4CA4E1}" dt="2025-05-31T16:06:59.706" v="453"/>
        <pc:sldMkLst>
          <pc:docMk/>
          <pc:sldMk cId="0" sldId="282"/>
        </pc:sldMkLst>
      </pc:sldChg>
      <pc:sldChg chg="del">
        <pc:chgData name="Franck Martin" userId="S::f.martin@smartdps.fr::a3cd2aa3-5b48-4f86-b694-027a523995c0" providerId="AD" clId="Web-{D0226A54-4AC8-9FEC-C6D5-C2C44F4CA4E1}" dt="2025-05-31T16:06:59.706" v="452"/>
        <pc:sldMkLst>
          <pc:docMk/>
          <pc:sldMk cId="0" sldId="283"/>
        </pc:sldMkLst>
      </pc:sldChg>
      <pc:sldChg chg="del">
        <pc:chgData name="Franck Martin" userId="S::f.martin@smartdps.fr::a3cd2aa3-5b48-4f86-b694-027a523995c0" providerId="AD" clId="Web-{D0226A54-4AC8-9FEC-C6D5-C2C44F4CA4E1}" dt="2025-05-31T16:06:59.706" v="451"/>
        <pc:sldMkLst>
          <pc:docMk/>
          <pc:sldMk cId="0" sldId="284"/>
        </pc:sldMkLst>
      </pc:sldChg>
      <pc:sldChg chg="del">
        <pc:chgData name="Franck Martin" userId="S::f.martin@smartdps.fr::a3cd2aa3-5b48-4f86-b694-027a523995c0" providerId="AD" clId="Web-{D0226A54-4AC8-9FEC-C6D5-C2C44F4CA4E1}" dt="2025-05-31T16:06:59.706" v="450"/>
        <pc:sldMkLst>
          <pc:docMk/>
          <pc:sldMk cId="0" sldId="285"/>
        </pc:sldMkLst>
      </pc:sldChg>
      <pc:sldChg chg="del">
        <pc:chgData name="Franck Martin" userId="S::f.martin@smartdps.fr::a3cd2aa3-5b48-4f86-b694-027a523995c0" providerId="AD" clId="Web-{D0226A54-4AC8-9FEC-C6D5-C2C44F4CA4E1}" dt="2025-05-31T16:06:59.691" v="449"/>
        <pc:sldMkLst>
          <pc:docMk/>
          <pc:sldMk cId="0" sldId="286"/>
        </pc:sldMkLst>
      </pc:sldChg>
      <pc:sldChg chg="del">
        <pc:chgData name="Franck Martin" userId="S::f.martin@smartdps.fr::a3cd2aa3-5b48-4f86-b694-027a523995c0" providerId="AD" clId="Web-{D0226A54-4AC8-9FEC-C6D5-C2C44F4CA4E1}" dt="2025-05-31T16:06:59.691" v="448"/>
        <pc:sldMkLst>
          <pc:docMk/>
          <pc:sldMk cId="0" sldId="288"/>
        </pc:sldMkLst>
      </pc:sldChg>
      <pc:sldChg chg="del">
        <pc:chgData name="Franck Martin" userId="S::f.martin@smartdps.fr::a3cd2aa3-5b48-4f86-b694-027a523995c0" providerId="AD" clId="Web-{D0226A54-4AC8-9FEC-C6D5-C2C44F4CA4E1}" dt="2025-05-31T16:06:59.691" v="447"/>
        <pc:sldMkLst>
          <pc:docMk/>
          <pc:sldMk cId="0" sldId="289"/>
        </pc:sldMkLst>
      </pc:sldChg>
      <pc:sldChg chg="del">
        <pc:chgData name="Franck Martin" userId="S::f.martin@smartdps.fr::a3cd2aa3-5b48-4f86-b694-027a523995c0" providerId="AD" clId="Web-{D0226A54-4AC8-9FEC-C6D5-C2C44F4CA4E1}" dt="2025-05-31T16:06:59.691" v="446"/>
        <pc:sldMkLst>
          <pc:docMk/>
          <pc:sldMk cId="0" sldId="290"/>
        </pc:sldMkLst>
      </pc:sldChg>
      <pc:sldChg chg="del">
        <pc:chgData name="Franck Martin" userId="S::f.martin@smartdps.fr::a3cd2aa3-5b48-4f86-b694-027a523995c0" providerId="AD" clId="Web-{D0226A54-4AC8-9FEC-C6D5-C2C44F4CA4E1}" dt="2025-05-31T16:06:59.691" v="445"/>
        <pc:sldMkLst>
          <pc:docMk/>
          <pc:sldMk cId="0" sldId="291"/>
        </pc:sldMkLst>
      </pc:sldChg>
      <pc:sldChg chg="del">
        <pc:chgData name="Franck Martin" userId="S::f.martin@smartdps.fr::a3cd2aa3-5b48-4f86-b694-027a523995c0" providerId="AD" clId="Web-{D0226A54-4AC8-9FEC-C6D5-C2C44F4CA4E1}" dt="2025-05-31T16:06:59.691" v="444"/>
        <pc:sldMkLst>
          <pc:docMk/>
          <pc:sldMk cId="0" sldId="292"/>
        </pc:sldMkLst>
      </pc:sldChg>
      <pc:sldChg chg="del">
        <pc:chgData name="Franck Martin" userId="S::f.martin@smartdps.fr::a3cd2aa3-5b48-4f86-b694-027a523995c0" providerId="AD" clId="Web-{D0226A54-4AC8-9FEC-C6D5-C2C44F4CA4E1}" dt="2025-05-31T16:06:59.691" v="443"/>
        <pc:sldMkLst>
          <pc:docMk/>
          <pc:sldMk cId="0" sldId="293"/>
        </pc:sldMkLst>
      </pc:sldChg>
      <pc:sldChg chg="del">
        <pc:chgData name="Franck Martin" userId="S::f.martin@smartdps.fr::a3cd2aa3-5b48-4f86-b694-027a523995c0" providerId="AD" clId="Web-{D0226A54-4AC8-9FEC-C6D5-C2C44F4CA4E1}" dt="2025-05-31T16:06:59.691" v="442"/>
        <pc:sldMkLst>
          <pc:docMk/>
          <pc:sldMk cId="0" sldId="294"/>
        </pc:sldMkLst>
      </pc:sldChg>
      <pc:sldChg chg="addSp delSp modSp ord">
        <pc:chgData name="Franck Martin" userId="S::f.martin@smartdps.fr::a3cd2aa3-5b48-4f86-b694-027a523995c0" providerId="AD" clId="Web-{D0226A54-4AC8-9FEC-C6D5-C2C44F4CA4E1}" dt="2025-05-31T12:46:15.974" v="203" actId="1076"/>
        <pc:sldMkLst>
          <pc:docMk/>
          <pc:sldMk cId="25890143" sldId="298"/>
        </pc:sldMkLst>
        <pc:spChg chg="add mod">
          <ac:chgData name="Franck Martin" userId="S::f.martin@smartdps.fr::a3cd2aa3-5b48-4f86-b694-027a523995c0" providerId="AD" clId="Web-{D0226A54-4AC8-9FEC-C6D5-C2C44F4CA4E1}" dt="2025-05-31T12:44:04.861" v="154" actId="1076"/>
          <ac:spMkLst>
            <pc:docMk/>
            <pc:sldMk cId="25890143" sldId="298"/>
            <ac:spMk id="3" creationId="{A2DE3FDE-526C-A5CA-CBA5-CAC7E4C7B6B1}"/>
          </ac:spMkLst>
        </pc:spChg>
        <pc:spChg chg="mod">
          <ac:chgData name="Franck Martin" userId="S::f.martin@smartdps.fr::a3cd2aa3-5b48-4f86-b694-027a523995c0" providerId="AD" clId="Web-{D0226A54-4AC8-9FEC-C6D5-C2C44F4CA4E1}" dt="2025-05-31T12:46:03.083" v="200" actId="20577"/>
          <ac:spMkLst>
            <pc:docMk/>
            <pc:sldMk cId="25890143" sldId="298"/>
            <ac:spMk id="7" creationId="{89A2FD82-4555-E473-56CF-5CD4E5CC2CEF}"/>
          </ac:spMkLst>
        </pc:spChg>
        <pc:picChg chg="del">
          <ac:chgData name="Franck Martin" userId="S::f.martin@smartdps.fr::a3cd2aa3-5b48-4f86-b694-027a523995c0" providerId="AD" clId="Web-{D0226A54-4AC8-9FEC-C6D5-C2C44F4CA4E1}" dt="2025-05-31T12:42:46.276" v="137"/>
          <ac:picMkLst>
            <pc:docMk/>
            <pc:sldMk cId="25890143" sldId="298"/>
            <ac:picMk id="2" creationId="{F67C2E01-17E8-8C05-CBD2-1C1173B9B53E}"/>
          </ac:picMkLst>
        </pc:picChg>
        <pc:picChg chg="add mod">
          <ac:chgData name="Franck Martin" userId="S::f.martin@smartdps.fr::a3cd2aa3-5b48-4f86-b694-027a523995c0" providerId="AD" clId="Web-{D0226A54-4AC8-9FEC-C6D5-C2C44F4CA4E1}" dt="2025-05-31T12:46:15.974" v="203" actId="1076"/>
          <ac:picMkLst>
            <pc:docMk/>
            <pc:sldMk cId="25890143" sldId="298"/>
            <ac:picMk id="4" creationId="{48B46CA0-CD2F-3DFC-B7B4-0DA945C2DD43}"/>
          </ac:picMkLst>
        </pc:picChg>
      </pc:sldChg>
      <pc:sldChg chg="del">
        <pc:chgData name="Franck Martin" userId="S::f.martin@smartdps.fr::a3cd2aa3-5b48-4f86-b694-027a523995c0" providerId="AD" clId="Web-{D0226A54-4AC8-9FEC-C6D5-C2C44F4CA4E1}" dt="2025-05-31T15:08:17.026" v="208"/>
        <pc:sldMkLst>
          <pc:docMk/>
          <pc:sldMk cId="3585230469" sldId="300"/>
        </pc:sldMkLst>
      </pc:sldChg>
      <pc:sldChg chg="modSp">
        <pc:chgData name="Franck Martin" userId="S::f.martin@smartdps.fr::a3cd2aa3-5b48-4f86-b694-027a523995c0" providerId="AD" clId="Web-{D0226A54-4AC8-9FEC-C6D5-C2C44F4CA4E1}" dt="2025-06-01T05:25:53.947" v="542" actId="1076"/>
        <pc:sldMkLst>
          <pc:docMk/>
          <pc:sldMk cId="1102789684" sldId="301"/>
        </pc:sldMkLst>
        <pc:spChg chg="mod">
          <ac:chgData name="Franck Martin" userId="S::f.martin@smartdps.fr::a3cd2aa3-5b48-4f86-b694-027a523995c0" providerId="AD" clId="Web-{D0226A54-4AC8-9FEC-C6D5-C2C44F4CA4E1}" dt="2025-06-01T05:25:53.947" v="542" actId="1076"/>
          <ac:spMkLst>
            <pc:docMk/>
            <pc:sldMk cId="1102789684" sldId="301"/>
            <ac:spMk id="387" creationId="{F43B6E69-08EB-DD8E-1A19-1D1EC2246706}"/>
          </ac:spMkLst>
        </pc:spChg>
        <pc:spChg chg="mod">
          <ac:chgData name="Franck Martin" userId="S::f.martin@smartdps.fr::a3cd2aa3-5b48-4f86-b694-027a523995c0" providerId="AD" clId="Web-{D0226A54-4AC8-9FEC-C6D5-C2C44F4CA4E1}" dt="2025-06-01T05:25:46.259" v="528" actId="1076"/>
          <ac:spMkLst>
            <pc:docMk/>
            <pc:sldMk cId="1102789684" sldId="301"/>
            <ac:spMk id="388" creationId="{DECB4973-EDD0-3D82-ACCD-EE5BFA1B0F72}"/>
          </ac:spMkLst>
        </pc:spChg>
        <pc:picChg chg="mod">
          <ac:chgData name="Franck Martin" userId="S::f.martin@smartdps.fr::a3cd2aa3-5b48-4f86-b694-027a523995c0" providerId="AD" clId="Web-{D0226A54-4AC8-9FEC-C6D5-C2C44F4CA4E1}" dt="2025-06-01T05:25:46.291" v="529" actId="1076"/>
          <ac:picMkLst>
            <pc:docMk/>
            <pc:sldMk cId="1102789684" sldId="301"/>
            <ac:picMk id="2" creationId="{D839EBD3-12EA-CBD8-0998-CCD69A6262BB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322" v="530" actId="1076"/>
          <ac:picMkLst>
            <pc:docMk/>
            <pc:sldMk cId="1102789684" sldId="301"/>
            <ac:picMk id="3" creationId="{9016FE51-78B6-413E-9634-BBC2570740F9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353" v="531" actId="1076"/>
          <ac:picMkLst>
            <pc:docMk/>
            <pc:sldMk cId="1102789684" sldId="301"/>
            <ac:picMk id="4" creationId="{068AB483-E62D-7057-BDE2-92A657B0E86D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384" v="532" actId="1076"/>
          <ac:picMkLst>
            <pc:docMk/>
            <pc:sldMk cId="1102789684" sldId="301"/>
            <ac:picMk id="6" creationId="{E4334410-E263-D739-9085-9089ADF2E335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400" v="533" actId="1076"/>
          <ac:picMkLst>
            <pc:docMk/>
            <pc:sldMk cId="1102789684" sldId="301"/>
            <ac:picMk id="7" creationId="{D5F08EB4-D2DE-B890-8E59-F6E6C65EA1AD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431" v="534" actId="1076"/>
          <ac:picMkLst>
            <pc:docMk/>
            <pc:sldMk cId="1102789684" sldId="301"/>
            <ac:picMk id="8" creationId="{EFBFC0CB-AE46-0C53-DFAA-3F9F319963E3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462" v="535" actId="1076"/>
          <ac:picMkLst>
            <pc:docMk/>
            <pc:sldMk cId="1102789684" sldId="301"/>
            <ac:picMk id="9" creationId="{92943EF9-27A1-B60C-5F13-16EAC7F9D47D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494" v="536" actId="1076"/>
          <ac:picMkLst>
            <pc:docMk/>
            <pc:sldMk cId="1102789684" sldId="301"/>
            <ac:picMk id="10" creationId="{F51F4C09-DF6D-7DE3-FBA1-2E9421BE687B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525" v="537" actId="1076"/>
          <ac:picMkLst>
            <pc:docMk/>
            <pc:sldMk cId="1102789684" sldId="301"/>
            <ac:picMk id="11" creationId="{63669561-7873-3581-56F5-A2D1D969F395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556" v="538" actId="1076"/>
          <ac:picMkLst>
            <pc:docMk/>
            <pc:sldMk cId="1102789684" sldId="301"/>
            <ac:picMk id="12" creationId="{41388511-DC58-7D3B-17B4-C1BA8A82EA7C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587" v="539" actId="1076"/>
          <ac:picMkLst>
            <pc:docMk/>
            <pc:sldMk cId="1102789684" sldId="301"/>
            <ac:picMk id="13" creationId="{F8CB122D-8D7E-C1E1-8CB9-BEC8C8660969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603" v="540" actId="1076"/>
          <ac:picMkLst>
            <pc:docMk/>
            <pc:sldMk cId="1102789684" sldId="301"/>
            <ac:picMk id="14" creationId="{3D387CE4-860A-A394-9C50-B2F4BCCE2D74}"/>
          </ac:picMkLst>
        </pc:picChg>
        <pc:picChg chg="mod">
          <ac:chgData name="Franck Martin" userId="S::f.martin@smartdps.fr::a3cd2aa3-5b48-4f86-b694-027a523995c0" providerId="AD" clId="Web-{D0226A54-4AC8-9FEC-C6D5-C2C44F4CA4E1}" dt="2025-06-01T05:25:46.634" v="541" actId="1076"/>
          <ac:picMkLst>
            <pc:docMk/>
            <pc:sldMk cId="1102789684" sldId="301"/>
            <ac:picMk id="15" creationId="{6F07FE8E-EE06-FCEF-E90E-364904849B84}"/>
          </ac:picMkLst>
        </pc:picChg>
      </pc:sldChg>
      <pc:sldChg chg="addSp modSp">
        <pc:chgData name="Franck Martin" userId="S::f.martin@smartdps.fr::a3cd2aa3-5b48-4f86-b694-027a523995c0" providerId="AD" clId="Web-{D0226A54-4AC8-9FEC-C6D5-C2C44F4CA4E1}" dt="2025-05-31T15:45:57.858" v="310" actId="20577"/>
        <pc:sldMkLst>
          <pc:docMk/>
          <pc:sldMk cId="2194048237" sldId="302"/>
        </pc:sldMkLst>
        <pc:spChg chg="mod">
          <ac:chgData name="Franck Martin" userId="S::f.martin@smartdps.fr::a3cd2aa3-5b48-4f86-b694-027a523995c0" providerId="AD" clId="Web-{D0226A54-4AC8-9FEC-C6D5-C2C44F4CA4E1}" dt="2025-05-31T15:45:57.858" v="310" actId="20577"/>
          <ac:spMkLst>
            <pc:docMk/>
            <pc:sldMk cId="2194048237" sldId="302"/>
            <ac:spMk id="489" creationId="{40697A9D-2D62-A719-A3B3-7CE0325AE5D6}"/>
          </ac:spMkLst>
        </pc:spChg>
        <pc:picChg chg="add mod">
          <ac:chgData name="Franck Martin" userId="S::f.martin@smartdps.fr::a3cd2aa3-5b48-4f86-b694-027a523995c0" providerId="AD" clId="Web-{D0226A54-4AC8-9FEC-C6D5-C2C44F4CA4E1}" dt="2025-05-31T15:36:45.828" v="289" actId="1076"/>
          <ac:picMkLst>
            <pc:docMk/>
            <pc:sldMk cId="2194048237" sldId="302"/>
            <ac:picMk id="4" creationId="{A6C01ED1-465D-3803-5541-DBB3BB3EA843}"/>
          </ac:picMkLst>
        </pc:picChg>
      </pc:sldChg>
      <pc:sldChg chg="addSp delSp modSp">
        <pc:chgData name="Franck Martin" userId="S::f.martin@smartdps.fr::a3cd2aa3-5b48-4f86-b694-027a523995c0" providerId="AD" clId="Web-{D0226A54-4AC8-9FEC-C6D5-C2C44F4CA4E1}" dt="2025-05-31T16:12:58.330" v="519" actId="1076"/>
        <pc:sldMkLst>
          <pc:docMk/>
          <pc:sldMk cId="87451066" sldId="303"/>
        </pc:sldMkLst>
        <pc:spChg chg="mod">
          <ac:chgData name="Franck Martin" userId="S::f.martin@smartdps.fr::a3cd2aa3-5b48-4f86-b694-027a523995c0" providerId="AD" clId="Web-{D0226A54-4AC8-9FEC-C6D5-C2C44F4CA4E1}" dt="2025-05-31T16:01:03.748" v="364" actId="1076"/>
          <ac:spMkLst>
            <pc:docMk/>
            <pc:sldMk cId="87451066" sldId="303"/>
            <ac:spMk id="3" creationId="{BB0A1CBD-39C4-C397-012D-5CE2276BE085}"/>
          </ac:spMkLst>
        </pc:spChg>
        <pc:spChg chg="add mod">
          <ac:chgData name="Franck Martin" userId="S::f.martin@smartdps.fr::a3cd2aa3-5b48-4f86-b694-027a523995c0" providerId="AD" clId="Web-{D0226A54-4AC8-9FEC-C6D5-C2C44F4CA4E1}" dt="2025-05-31T16:12:48.815" v="517" actId="1076"/>
          <ac:spMkLst>
            <pc:docMk/>
            <pc:sldMk cId="87451066" sldId="303"/>
            <ac:spMk id="4" creationId="{BD71D4C1-ADEC-7597-BF36-E931B29407AD}"/>
          </ac:spMkLst>
        </pc:spChg>
        <pc:spChg chg="add mod">
          <ac:chgData name="Franck Martin" userId="S::f.martin@smartdps.fr::a3cd2aa3-5b48-4f86-b694-027a523995c0" providerId="AD" clId="Web-{D0226A54-4AC8-9FEC-C6D5-C2C44F4CA4E1}" dt="2025-05-31T16:12:36.346" v="514" actId="20577"/>
          <ac:spMkLst>
            <pc:docMk/>
            <pc:sldMk cId="87451066" sldId="303"/>
            <ac:spMk id="5" creationId="{31B0B0B1-02C3-D876-C459-5DBDED21EF9A}"/>
          </ac:spMkLst>
        </pc:spChg>
        <pc:spChg chg="add del">
          <ac:chgData name="Franck Martin" userId="S::f.martin@smartdps.fr::a3cd2aa3-5b48-4f86-b694-027a523995c0" providerId="AD" clId="Web-{D0226A54-4AC8-9FEC-C6D5-C2C44F4CA4E1}" dt="2025-05-31T16:00:31.435" v="351"/>
          <ac:spMkLst>
            <pc:docMk/>
            <pc:sldMk cId="87451066" sldId="303"/>
            <ac:spMk id="6" creationId="{8E970B10-DA86-191F-A53B-667754390FC1}"/>
          </ac:spMkLst>
        </pc:spChg>
        <pc:spChg chg="add del mod">
          <ac:chgData name="Franck Martin" userId="S::f.martin@smartdps.fr::a3cd2aa3-5b48-4f86-b694-027a523995c0" providerId="AD" clId="Web-{D0226A54-4AC8-9FEC-C6D5-C2C44F4CA4E1}" dt="2025-05-31T16:11:37" v="505"/>
          <ac:spMkLst>
            <pc:docMk/>
            <pc:sldMk cId="87451066" sldId="303"/>
            <ac:spMk id="7" creationId="{434D4C46-5DA6-B9A9-2648-91F0241211E3}"/>
          </ac:spMkLst>
        </pc:spChg>
        <pc:picChg chg="add mod">
          <ac:chgData name="Franck Martin" userId="S::f.martin@smartdps.fr::a3cd2aa3-5b48-4f86-b694-027a523995c0" providerId="AD" clId="Web-{D0226A54-4AC8-9FEC-C6D5-C2C44F4CA4E1}" dt="2025-05-31T16:12:58.330" v="519" actId="1076"/>
          <ac:picMkLst>
            <pc:docMk/>
            <pc:sldMk cId="87451066" sldId="303"/>
            <ac:picMk id="2" creationId="{113C6F75-2D1A-65A2-76EF-47504C06EB3B}"/>
          </ac:picMkLst>
        </pc:picChg>
      </pc:sldChg>
      <pc:sldChg chg="modSp add ord replId">
        <pc:chgData name="Franck Martin" userId="S::f.martin@smartdps.fr::a3cd2aa3-5b48-4f86-b694-027a523995c0" providerId="AD" clId="Web-{D0226A54-4AC8-9FEC-C6D5-C2C44F4CA4E1}" dt="2025-05-31T10:47:42.835" v="134" actId="20577"/>
        <pc:sldMkLst>
          <pc:docMk/>
          <pc:sldMk cId="2554678718" sldId="304"/>
        </pc:sldMkLst>
        <pc:spChg chg="mod">
          <ac:chgData name="Franck Martin" userId="S::f.martin@smartdps.fr::a3cd2aa3-5b48-4f86-b694-027a523995c0" providerId="AD" clId="Web-{D0226A54-4AC8-9FEC-C6D5-C2C44F4CA4E1}" dt="2025-05-31T10:47:42.835" v="134" actId="20577"/>
          <ac:spMkLst>
            <pc:docMk/>
            <pc:sldMk cId="2554678718" sldId="304"/>
            <ac:spMk id="537" creationId="{15B58211-8D0D-A05B-56AC-608614F0C0B3}"/>
          </ac:spMkLst>
        </pc:spChg>
      </pc:sldChg>
      <pc:sldChg chg="addSp delSp modSp new ord">
        <pc:chgData name="Franck Martin" userId="S::f.martin@smartdps.fr::a3cd2aa3-5b48-4f86-b694-027a523995c0" providerId="AD" clId="Web-{D0226A54-4AC8-9FEC-C6D5-C2C44F4CA4E1}" dt="2025-06-01T06:19:21.906" v="567"/>
        <pc:sldMkLst>
          <pc:docMk/>
          <pc:sldMk cId="991426635" sldId="305"/>
        </pc:sldMkLst>
        <pc:spChg chg="mod">
          <ac:chgData name="Franck Martin" userId="S::f.martin@smartdps.fr::a3cd2aa3-5b48-4f86-b694-027a523995c0" providerId="AD" clId="Web-{D0226A54-4AC8-9FEC-C6D5-C2C44F4CA4E1}" dt="2025-05-31T17:34:53.652" v="527" actId="20577"/>
          <ac:spMkLst>
            <pc:docMk/>
            <pc:sldMk cId="991426635" sldId="305"/>
            <ac:spMk id="2" creationId="{64C3BEBC-A0B7-7791-6FAD-032457EAA77A}"/>
          </ac:spMkLst>
        </pc:spChg>
        <pc:spChg chg="del">
          <ac:chgData name="Franck Martin" userId="S::f.martin@smartdps.fr::a3cd2aa3-5b48-4f86-b694-027a523995c0" providerId="AD" clId="Web-{D0226A54-4AC8-9FEC-C6D5-C2C44F4CA4E1}" dt="2025-06-01T06:17:26.525" v="543"/>
          <ac:spMkLst>
            <pc:docMk/>
            <pc:sldMk cId="991426635" sldId="305"/>
            <ac:spMk id="3" creationId="{C84BCAEC-5CC2-DC0A-FD2E-0A9B12FCAA3B}"/>
          </ac:spMkLst>
        </pc:spChg>
        <pc:spChg chg="del mod">
          <ac:chgData name="Franck Martin" userId="S::f.martin@smartdps.fr::a3cd2aa3-5b48-4f86-b694-027a523995c0" providerId="AD" clId="Web-{D0226A54-4AC8-9FEC-C6D5-C2C44F4CA4E1}" dt="2025-06-01T06:19:21.906" v="567"/>
          <ac:spMkLst>
            <pc:docMk/>
            <pc:sldMk cId="991426635" sldId="305"/>
            <ac:spMk id="4" creationId="{88511207-1D40-05E5-2523-79435B9C9EB2}"/>
          </ac:spMkLst>
        </pc:spChg>
        <pc:spChg chg="del">
          <ac:chgData name="Franck Martin" userId="S::f.martin@smartdps.fr::a3cd2aa3-5b48-4f86-b694-027a523995c0" providerId="AD" clId="Web-{D0226A54-4AC8-9FEC-C6D5-C2C44F4CA4E1}" dt="2025-06-01T06:17:28.900" v="544"/>
          <ac:spMkLst>
            <pc:docMk/>
            <pc:sldMk cId="991426635" sldId="305"/>
            <ac:spMk id="6" creationId="{2678D95A-1436-9745-0052-793F5B168003}"/>
          </ac:spMkLst>
        </pc:spChg>
        <pc:spChg chg="add mod">
          <ac:chgData name="Franck Martin" userId="S::f.martin@smartdps.fr::a3cd2aa3-5b48-4f86-b694-027a523995c0" providerId="AD" clId="Web-{D0226A54-4AC8-9FEC-C6D5-C2C44F4CA4E1}" dt="2025-06-01T06:19:21.906" v="567"/>
          <ac:spMkLst>
            <pc:docMk/>
            <pc:sldMk cId="991426635" sldId="305"/>
            <ac:spMk id="8" creationId="{FB31EF11-BD97-ADB6-996E-7885414E6125}"/>
          </ac:spMkLst>
        </pc:spChg>
      </pc:sldChg>
      <pc:sldChg chg="add replId">
        <pc:chgData name="Franck Martin" userId="S::f.martin@smartdps.fr::a3cd2aa3-5b48-4f86-b694-027a523995c0" providerId="AD" clId="Web-{D0226A54-4AC8-9FEC-C6D5-C2C44F4CA4E1}" dt="2025-06-01T06:19:45.876" v="568"/>
        <pc:sldMkLst>
          <pc:docMk/>
          <pc:sldMk cId="130864250" sldId="306"/>
        </pc:sldMkLst>
      </pc:sldChg>
    </pc:docChg>
  </pc:docChgLst>
  <pc:docChgLst>
    <pc:chgData name="Franck Martin" userId="S::f.martin@smartdps.fr::a3cd2aa3-5b48-4f86-b694-027a523995c0" providerId="AD" clId="Web-{FFBC34F6-088D-F64B-8815-761AF7FF7DDA}"/>
    <pc:docChg chg="addSld delSld modSld">
      <pc:chgData name="Franck Martin" userId="S::f.martin@smartdps.fr::a3cd2aa3-5b48-4f86-b694-027a523995c0" providerId="AD" clId="Web-{FFBC34F6-088D-F64B-8815-761AF7FF7DDA}" dt="2025-06-01T19:26:15.709" v="598" actId="20577"/>
      <pc:docMkLst>
        <pc:docMk/>
      </pc:docMkLst>
      <pc:sldChg chg="addSp delSp modSp mod modClrScheme chgLayout">
        <pc:chgData name="Franck Martin" userId="S::f.martin@smartdps.fr::a3cd2aa3-5b48-4f86-b694-027a523995c0" providerId="AD" clId="Web-{FFBC34F6-088D-F64B-8815-761AF7FF7DDA}" dt="2025-06-01T15:55:00.585" v="124" actId="1076"/>
        <pc:sldMkLst>
          <pc:docMk/>
          <pc:sldMk cId="0" sldId="260"/>
        </pc:sldMkLst>
        <pc:spChg chg="add del mod">
          <ac:chgData name="Franck Martin" userId="S::f.martin@smartdps.fr::a3cd2aa3-5b48-4f86-b694-027a523995c0" providerId="AD" clId="Web-{FFBC34F6-088D-F64B-8815-761AF7FF7DDA}" dt="2025-06-01T15:53:30.129" v="111"/>
          <ac:spMkLst>
            <pc:docMk/>
            <pc:sldMk cId="0" sldId="260"/>
            <ac:spMk id="3" creationId="{06A7D9CF-97AE-3DE3-7E12-6103FC048D4C}"/>
          </ac:spMkLst>
        </pc:spChg>
        <pc:spChg chg="add mod">
          <ac:chgData name="Franck Martin" userId="S::f.martin@smartdps.fr::a3cd2aa3-5b48-4f86-b694-027a523995c0" providerId="AD" clId="Web-{FFBC34F6-088D-F64B-8815-761AF7FF7DDA}" dt="2025-06-01T15:54:20.100" v="122"/>
          <ac:spMkLst>
            <pc:docMk/>
            <pc:sldMk cId="0" sldId="260"/>
            <ac:spMk id="4" creationId="{53989F5F-2875-E588-04B7-0ECB4ADBE3E3}"/>
          </ac:spMkLst>
        </pc:spChg>
        <pc:spChg chg="del">
          <ac:chgData name="Franck Martin" userId="S::f.martin@smartdps.fr::a3cd2aa3-5b48-4f86-b694-027a523995c0" providerId="AD" clId="Web-{FFBC34F6-088D-F64B-8815-761AF7FF7DDA}" dt="2025-06-01T15:52:27.142" v="91"/>
          <ac:spMkLst>
            <pc:docMk/>
            <pc:sldMk cId="0" sldId="260"/>
            <ac:spMk id="345" creationId="{00000000-0000-0000-0000-000000000000}"/>
          </ac:spMkLst>
        </pc:spChg>
        <pc:picChg chg="add mod">
          <ac:chgData name="Franck Martin" userId="S::f.martin@smartdps.fr::a3cd2aa3-5b48-4f86-b694-027a523995c0" providerId="AD" clId="Web-{FFBC34F6-088D-F64B-8815-761AF7FF7DDA}" dt="2025-06-01T15:55:00.585" v="124" actId="1076"/>
          <ac:picMkLst>
            <pc:docMk/>
            <pc:sldMk cId="0" sldId="260"/>
            <ac:picMk id="5" creationId="{04B068FD-B164-A883-6D21-C80A766CD855}"/>
          </ac:picMkLst>
        </pc:picChg>
      </pc:sldChg>
      <pc:sldChg chg="modSp">
        <pc:chgData name="Franck Martin" userId="S::f.martin@smartdps.fr::a3cd2aa3-5b48-4f86-b694-027a523995c0" providerId="AD" clId="Web-{FFBC34F6-088D-F64B-8815-761AF7FF7DDA}" dt="2025-06-01T18:39:50.638" v="431" actId="20577"/>
        <pc:sldMkLst>
          <pc:docMk/>
          <pc:sldMk cId="0" sldId="281"/>
        </pc:sldMkLst>
        <pc:spChg chg="mod">
          <ac:chgData name="Franck Martin" userId="S::f.martin@smartdps.fr::a3cd2aa3-5b48-4f86-b694-027a523995c0" providerId="AD" clId="Web-{FFBC34F6-088D-F64B-8815-761AF7FF7DDA}" dt="2025-06-01T18:39:50.638" v="431" actId="20577"/>
          <ac:spMkLst>
            <pc:docMk/>
            <pc:sldMk cId="0" sldId="281"/>
            <ac:spMk id="489" creationId="{00000000-0000-0000-0000-000000000000}"/>
          </ac:spMkLst>
        </pc:spChg>
      </pc:sldChg>
      <pc:sldChg chg="modSp">
        <pc:chgData name="Franck Martin" userId="S::f.martin@smartdps.fr::a3cd2aa3-5b48-4f86-b694-027a523995c0" providerId="AD" clId="Web-{FFBC34F6-088D-F64B-8815-761AF7FF7DDA}" dt="2025-06-01T18:01:59.371" v="159" actId="20577"/>
        <pc:sldMkLst>
          <pc:docMk/>
          <pc:sldMk cId="0" sldId="287"/>
        </pc:sldMkLst>
        <pc:spChg chg="mod">
          <ac:chgData name="Franck Martin" userId="S::f.martin@smartdps.fr::a3cd2aa3-5b48-4f86-b694-027a523995c0" providerId="AD" clId="Web-{FFBC34F6-088D-F64B-8815-761AF7FF7DDA}" dt="2025-06-01T18:01:59.371" v="159" actId="20577"/>
          <ac:spMkLst>
            <pc:docMk/>
            <pc:sldMk cId="0" sldId="287"/>
            <ac:spMk id="538" creationId="{00000000-0000-0000-0000-000000000000}"/>
          </ac:spMkLst>
        </pc:spChg>
      </pc:sldChg>
      <pc:sldChg chg="addSp delSp modSp">
        <pc:chgData name="Franck Martin" userId="S::f.martin@smartdps.fr::a3cd2aa3-5b48-4f86-b694-027a523995c0" providerId="AD" clId="Web-{FFBC34F6-088D-F64B-8815-761AF7FF7DDA}" dt="2025-06-01T17:58:44.163" v="153" actId="20577"/>
        <pc:sldMkLst>
          <pc:docMk/>
          <pc:sldMk cId="2493061706" sldId="297"/>
        </pc:sldMkLst>
        <pc:spChg chg="del mod">
          <ac:chgData name="Franck Martin" userId="S::f.martin@smartdps.fr::a3cd2aa3-5b48-4f86-b694-027a523995c0" providerId="AD" clId="Web-{FFBC34F6-088D-F64B-8815-761AF7FF7DDA}" dt="2025-06-01T17:56:38.173" v="127"/>
          <ac:spMkLst>
            <pc:docMk/>
            <pc:sldMk cId="2493061706" sldId="297"/>
            <ac:spMk id="5" creationId="{17D02DE2-2FD1-7167-ECFD-49A2DBEBD7E7}"/>
          </ac:spMkLst>
        </pc:spChg>
        <pc:spChg chg="add mod">
          <ac:chgData name="Franck Martin" userId="S::f.martin@smartdps.fr::a3cd2aa3-5b48-4f86-b694-027a523995c0" providerId="AD" clId="Web-{FFBC34F6-088D-F64B-8815-761AF7FF7DDA}" dt="2025-06-01T17:57:11.736" v="134" actId="1076"/>
          <ac:spMkLst>
            <pc:docMk/>
            <pc:sldMk cId="2493061706" sldId="297"/>
            <ac:spMk id="10" creationId="{4F6BDF3D-5CC2-D64A-0CA1-78A696DF998B}"/>
          </ac:spMkLst>
        </pc:spChg>
        <pc:spChg chg="add mod">
          <ac:chgData name="Franck Martin" userId="S::f.martin@smartdps.fr::a3cd2aa3-5b48-4f86-b694-027a523995c0" providerId="AD" clId="Web-{FFBC34F6-088D-F64B-8815-761AF7FF7DDA}" dt="2025-06-01T17:57:11.768" v="135" actId="1076"/>
          <ac:spMkLst>
            <pc:docMk/>
            <pc:sldMk cId="2493061706" sldId="297"/>
            <ac:spMk id="12" creationId="{51E7B858-3A19-7742-4EF5-7FFB21A78387}"/>
          </ac:spMkLst>
        </pc:spChg>
        <pc:spChg chg="add mod">
          <ac:chgData name="Franck Martin" userId="S::f.martin@smartdps.fr::a3cd2aa3-5b48-4f86-b694-027a523995c0" providerId="AD" clId="Web-{FFBC34F6-088D-F64B-8815-761AF7FF7DDA}" dt="2025-06-01T17:57:11.799" v="136" actId="1076"/>
          <ac:spMkLst>
            <pc:docMk/>
            <pc:sldMk cId="2493061706" sldId="297"/>
            <ac:spMk id="14" creationId="{418343D6-4D2A-130D-B7E5-A8F744F73411}"/>
          </ac:spMkLst>
        </pc:spChg>
        <pc:spChg chg="add mod">
          <ac:chgData name="Franck Martin" userId="S::f.martin@smartdps.fr::a3cd2aa3-5b48-4f86-b694-027a523995c0" providerId="AD" clId="Web-{FFBC34F6-088D-F64B-8815-761AF7FF7DDA}" dt="2025-06-01T17:58:44.163" v="153" actId="20577"/>
          <ac:spMkLst>
            <pc:docMk/>
            <pc:sldMk cId="2493061706" sldId="297"/>
            <ac:spMk id="17" creationId="{C8C653B7-5E95-013B-66D5-A9529D9609B7}"/>
          </ac:spMkLst>
        </pc:spChg>
        <pc:spChg chg="mod">
          <ac:chgData name="Franck Martin" userId="S::f.martin@smartdps.fr::a3cd2aa3-5b48-4f86-b694-027a523995c0" providerId="AD" clId="Web-{FFBC34F6-088D-F64B-8815-761AF7FF7DDA}" dt="2025-06-01T17:56:46.783" v="130" actId="14100"/>
          <ac:spMkLst>
            <pc:docMk/>
            <pc:sldMk cId="2493061706" sldId="297"/>
            <ac:spMk id="20" creationId="{897D4395-32D6-ED4A-F22C-58129767E25C}"/>
          </ac:spMkLst>
        </pc:spChg>
        <pc:picChg chg="add mod">
          <ac:chgData name="Franck Martin" userId="S::f.martin@smartdps.fr::a3cd2aa3-5b48-4f86-b694-027a523995c0" providerId="AD" clId="Web-{FFBC34F6-088D-F64B-8815-761AF7FF7DDA}" dt="2025-06-01T17:57:41.722" v="138" actId="1076"/>
          <ac:picMkLst>
            <pc:docMk/>
            <pc:sldMk cId="2493061706" sldId="297"/>
            <ac:picMk id="15" creationId="{EE6D8B1F-FB92-8738-3145-6089BAF4B7AC}"/>
          </ac:picMkLst>
        </pc:picChg>
      </pc:sldChg>
      <pc:sldChg chg="del">
        <pc:chgData name="Franck Martin" userId="S::f.martin@smartdps.fr::a3cd2aa3-5b48-4f86-b694-027a523995c0" providerId="AD" clId="Web-{FFBC34F6-088D-F64B-8815-761AF7FF7DDA}" dt="2025-06-01T18:15:37.606" v="299"/>
        <pc:sldMkLst>
          <pc:docMk/>
          <pc:sldMk cId="2785785830" sldId="299"/>
        </pc:sldMkLst>
      </pc:sldChg>
      <pc:sldChg chg="modSp">
        <pc:chgData name="Franck Martin" userId="S::f.martin@smartdps.fr::a3cd2aa3-5b48-4f86-b694-027a523995c0" providerId="AD" clId="Web-{FFBC34F6-088D-F64B-8815-761AF7FF7DDA}" dt="2025-06-01T18:59:26.544" v="573" actId="1076"/>
        <pc:sldMkLst>
          <pc:docMk/>
          <pc:sldMk cId="1102789684" sldId="301"/>
        </pc:sldMkLst>
        <pc:spChg chg="mod">
          <ac:chgData name="Franck Martin" userId="S::f.martin@smartdps.fr::a3cd2aa3-5b48-4f86-b694-027a523995c0" providerId="AD" clId="Web-{FFBC34F6-088D-F64B-8815-761AF7FF7DDA}" dt="2025-06-01T18:23:27.135" v="400" actId="20577"/>
          <ac:spMkLst>
            <pc:docMk/>
            <pc:sldMk cId="1102789684" sldId="301"/>
            <ac:spMk id="388" creationId="{DECB4973-EDD0-3D82-ACCD-EE5BFA1B0F72}"/>
          </ac:spMkLst>
        </pc:spChg>
        <pc:picChg chg="mod">
          <ac:chgData name="Franck Martin" userId="S::f.martin@smartdps.fr::a3cd2aa3-5b48-4f86-b694-027a523995c0" providerId="AD" clId="Web-{FFBC34F6-088D-F64B-8815-761AF7FF7DDA}" dt="2025-06-01T18:59:26.544" v="573" actId="1076"/>
          <ac:picMkLst>
            <pc:docMk/>
            <pc:sldMk cId="1102789684" sldId="301"/>
            <ac:picMk id="6" creationId="{E4334410-E263-D739-9085-9089ADF2E335}"/>
          </ac:picMkLst>
        </pc:picChg>
        <pc:picChg chg="mod">
          <ac:chgData name="Franck Martin" userId="S::f.martin@smartdps.fr::a3cd2aa3-5b48-4f86-b694-027a523995c0" providerId="AD" clId="Web-{FFBC34F6-088D-F64B-8815-761AF7FF7DDA}" dt="2025-06-01T18:23:20.478" v="398" actId="1076"/>
          <ac:picMkLst>
            <pc:docMk/>
            <pc:sldMk cId="1102789684" sldId="301"/>
            <ac:picMk id="15" creationId="{6F07FE8E-EE06-FCEF-E90E-364904849B84}"/>
          </ac:picMkLst>
        </pc:picChg>
      </pc:sldChg>
      <pc:sldChg chg="modSp">
        <pc:chgData name="Franck Martin" userId="S::f.martin@smartdps.fr::a3cd2aa3-5b48-4f86-b694-027a523995c0" providerId="AD" clId="Web-{FFBC34F6-088D-F64B-8815-761AF7FF7DDA}" dt="2025-06-01T18:40:30.983" v="440" actId="1076"/>
        <pc:sldMkLst>
          <pc:docMk/>
          <pc:sldMk cId="2194048237" sldId="302"/>
        </pc:sldMkLst>
        <pc:spChg chg="mod">
          <ac:chgData name="Franck Martin" userId="S::f.martin@smartdps.fr::a3cd2aa3-5b48-4f86-b694-027a523995c0" providerId="AD" clId="Web-{FFBC34F6-088D-F64B-8815-761AF7FF7DDA}" dt="2025-06-01T18:40:24.577" v="439" actId="20577"/>
          <ac:spMkLst>
            <pc:docMk/>
            <pc:sldMk cId="2194048237" sldId="302"/>
            <ac:spMk id="489" creationId="{40697A9D-2D62-A719-A3B3-7CE0325AE5D6}"/>
          </ac:spMkLst>
        </pc:spChg>
        <pc:picChg chg="mod">
          <ac:chgData name="Franck Martin" userId="S::f.martin@smartdps.fr::a3cd2aa3-5b48-4f86-b694-027a523995c0" providerId="AD" clId="Web-{FFBC34F6-088D-F64B-8815-761AF7FF7DDA}" dt="2025-06-01T18:40:30.983" v="440" actId="1076"/>
          <ac:picMkLst>
            <pc:docMk/>
            <pc:sldMk cId="2194048237" sldId="302"/>
            <ac:picMk id="4" creationId="{A6C01ED1-465D-3803-5541-DBB3BB3EA843}"/>
          </ac:picMkLst>
        </pc:picChg>
      </pc:sldChg>
      <pc:sldChg chg="modSp">
        <pc:chgData name="Franck Martin" userId="S::f.martin@smartdps.fr::a3cd2aa3-5b48-4f86-b694-027a523995c0" providerId="AD" clId="Web-{FFBC34F6-088D-F64B-8815-761AF7FF7DDA}" dt="2025-06-01T19:26:15.709" v="598" actId="20577"/>
        <pc:sldMkLst>
          <pc:docMk/>
          <pc:sldMk cId="87451066" sldId="303"/>
        </pc:sldMkLst>
        <pc:spChg chg="mod">
          <ac:chgData name="Franck Martin" userId="S::f.martin@smartdps.fr::a3cd2aa3-5b48-4f86-b694-027a523995c0" providerId="AD" clId="Web-{FFBC34F6-088D-F64B-8815-761AF7FF7DDA}" dt="2025-06-01T19:26:15.709" v="598" actId="20577"/>
          <ac:spMkLst>
            <pc:docMk/>
            <pc:sldMk cId="87451066" sldId="303"/>
            <ac:spMk id="5" creationId="{31B0B0B1-02C3-D876-C459-5DBDED21EF9A}"/>
          </ac:spMkLst>
        </pc:spChg>
      </pc:sldChg>
      <pc:sldChg chg="addSp delSp modSp">
        <pc:chgData name="Franck Martin" userId="S::f.martin@smartdps.fr::a3cd2aa3-5b48-4f86-b694-027a523995c0" providerId="AD" clId="Web-{FFBC34F6-088D-F64B-8815-761AF7FF7DDA}" dt="2025-06-01T18:37:58.838" v="413" actId="1076"/>
        <pc:sldMkLst>
          <pc:docMk/>
          <pc:sldMk cId="2554678718" sldId="304"/>
        </pc:sldMkLst>
        <pc:spChg chg="mod">
          <ac:chgData name="Franck Martin" userId="S::f.martin@smartdps.fr::a3cd2aa3-5b48-4f86-b694-027a523995c0" providerId="AD" clId="Web-{FFBC34F6-088D-F64B-8815-761AF7FF7DDA}" dt="2025-06-01T18:37:58.838" v="413" actId="1076"/>
          <ac:spMkLst>
            <pc:docMk/>
            <pc:sldMk cId="2554678718" sldId="304"/>
            <ac:spMk id="7" creationId="{BE3915A9-76FC-F5F9-9A46-080ADA1B07F7}"/>
          </ac:spMkLst>
        </pc:spChg>
        <pc:spChg chg="mod">
          <ac:chgData name="Franck Martin" userId="S::f.martin@smartdps.fr::a3cd2aa3-5b48-4f86-b694-027a523995c0" providerId="AD" clId="Web-{FFBC34F6-088D-F64B-8815-761AF7FF7DDA}" dt="2025-06-01T18:35:58.535" v="405" actId="1076"/>
          <ac:spMkLst>
            <pc:docMk/>
            <pc:sldMk cId="2554678718" sldId="304"/>
            <ac:spMk id="537" creationId="{15B58211-8D0D-A05B-56AC-608614F0C0B3}"/>
          </ac:spMkLst>
        </pc:spChg>
        <pc:picChg chg="del">
          <ac:chgData name="Franck Martin" userId="S::f.martin@smartdps.fr::a3cd2aa3-5b48-4f86-b694-027a523995c0" providerId="AD" clId="Web-{FFBC34F6-088D-F64B-8815-761AF7FF7DDA}" dt="2025-06-01T18:35:34.784" v="401"/>
          <ac:picMkLst>
            <pc:docMk/>
            <pc:sldMk cId="2554678718" sldId="304"/>
            <ac:picMk id="2" creationId="{B15EEB26-407B-2B49-71BE-D78C779B6C57}"/>
          </ac:picMkLst>
        </pc:picChg>
        <pc:picChg chg="add del mod">
          <ac:chgData name="Franck Martin" userId="S::f.martin@smartdps.fr::a3cd2aa3-5b48-4f86-b694-027a523995c0" providerId="AD" clId="Web-{FFBC34F6-088D-F64B-8815-761AF7FF7DDA}" dt="2025-06-01T18:37:37.041" v="409"/>
          <ac:picMkLst>
            <pc:docMk/>
            <pc:sldMk cId="2554678718" sldId="304"/>
            <ac:picMk id="3" creationId="{B955080C-08A2-7668-E83F-E37E1A5DE52E}"/>
          </ac:picMkLst>
        </pc:picChg>
        <pc:picChg chg="add mod">
          <ac:chgData name="Franck Martin" userId="S::f.martin@smartdps.fr::a3cd2aa3-5b48-4f86-b694-027a523995c0" providerId="AD" clId="Web-{FFBC34F6-088D-F64B-8815-761AF7FF7DDA}" dt="2025-06-01T18:37:53.979" v="412" actId="1076"/>
          <ac:picMkLst>
            <pc:docMk/>
            <pc:sldMk cId="2554678718" sldId="304"/>
            <ac:picMk id="4" creationId="{079548D6-C077-0FBE-F475-9BE3DBC6C789}"/>
          </ac:picMkLst>
        </pc:picChg>
      </pc:sldChg>
      <pc:sldChg chg="addSp delSp modSp">
        <pc:chgData name="Franck Martin" userId="S::f.martin@smartdps.fr::a3cd2aa3-5b48-4f86-b694-027a523995c0" providerId="AD" clId="Web-{FFBC34F6-088D-F64B-8815-761AF7FF7DDA}" dt="2025-06-01T18:59:45.311" v="575" actId="1076"/>
        <pc:sldMkLst>
          <pc:docMk/>
          <pc:sldMk cId="991426635" sldId="305"/>
        </pc:sldMkLst>
        <pc:spChg chg="mod">
          <ac:chgData name="Franck Martin" userId="S::f.martin@smartdps.fr::a3cd2aa3-5b48-4f86-b694-027a523995c0" providerId="AD" clId="Web-{FFBC34F6-088D-F64B-8815-761AF7FF7DDA}" dt="2025-06-01T15:49:27.588" v="90" actId="1076"/>
          <ac:spMkLst>
            <pc:docMk/>
            <pc:sldMk cId="991426635" sldId="305"/>
            <ac:spMk id="2" creationId="{64C3BEBC-A0B7-7791-6FAD-032457EAA77A}"/>
          </ac:spMkLst>
        </pc:spChg>
        <pc:spChg chg="add mod">
          <ac:chgData name="Franck Martin" userId="S::f.martin@smartdps.fr::a3cd2aa3-5b48-4f86-b694-027a523995c0" providerId="AD" clId="Web-{FFBC34F6-088D-F64B-8815-761AF7FF7DDA}" dt="2025-06-01T18:59:45.311" v="575" actId="1076"/>
          <ac:spMkLst>
            <pc:docMk/>
            <pc:sldMk cId="991426635" sldId="305"/>
            <ac:spMk id="3" creationId="{CDACE760-AA9D-630B-3027-53A637D3A304}"/>
          </ac:spMkLst>
        </pc:spChg>
        <pc:spChg chg="add mod">
          <ac:chgData name="Franck Martin" userId="S::f.martin@smartdps.fr::a3cd2aa3-5b48-4f86-b694-027a523995c0" providerId="AD" clId="Web-{FFBC34F6-088D-F64B-8815-761AF7FF7DDA}" dt="2025-06-01T15:49:14.197" v="87" actId="1076"/>
          <ac:spMkLst>
            <pc:docMk/>
            <pc:sldMk cId="991426635" sldId="305"/>
            <ac:spMk id="4" creationId="{32A0D82E-D4BE-FB61-A5DE-C66DAA1ED4DE}"/>
          </ac:spMkLst>
        </pc:spChg>
        <pc:spChg chg="del">
          <ac:chgData name="Franck Martin" userId="S::f.martin@smartdps.fr::a3cd2aa3-5b48-4f86-b694-027a523995c0" providerId="AD" clId="Web-{FFBC34F6-088D-F64B-8815-761AF7FF7DDA}" dt="2025-06-01T15:39:40.294" v="5"/>
          <ac:spMkLst>
            <pc:docMk/>
            <pc:sldMk cId="991426635" sldId="305"/>
            <ac:spMk id="5" creationId="{7607CB6C-C001-4664-240C-026B1CC29398}"/>
          </ac:spMkLst>
        </pc:spChg>
        <pc:spChg chg="add del">
          <ac:chgData name="Franck Martin" userId="S::f.martin@smartdps.fr::a3cd2aa3-5b48-4f86-b694-027a523995c0" providerId="AD" clId="Web-{FFBC34F6-088D-F64B-8815-761AF7FF7DDA}" dt="2025-06-01T15:44:38.093" v="39"/>
          <ac:spMkLst>
            <pc:docMk/>
            <pc:sldMk cId="991426635" sldId="305"/>
            <ac:spMk id="6" creationId="{84935578-5E70-EA09-B0D1-C242F7763198}"/>
          </ac:spMkLst>
        </pc:spChg>
        <pc:spChg chg="add mod">
          <ac:chgData name="Franck Martin" userId="S::f.martin@smartdps.fr::a3cd2aa3-5b48-4f86-b694-027a523995c0" providerId="AD" clId="Web-{FFBC34F6-088D-F64B-8815-761AF7FF7DDA}" dt="2025-06-01T15:49:14.228" v="88" actId="1076"/>
          <ac:spMkLst>
            <pc:docMk/>
            <pc:sldMk cId="991426635" sldId="305"/>
            <ac:spMk id="7" creationId="{5EFE79C5-B15F-95D1-CAB0-11654787B09B}"/>
          </ac:spMkLst>
        </pc:spChg>
        <pc:spChg chg="del mod">
          <ac:chgData name="Franck Martin" userId="S::f.martin@smartdps.fr::a3cd2aa3-5b48-4f86-b694-027a523995c0" providerId="AD" clId="Web-{FFBC34F6-088D-F64B-8815-761AF7FF7DDA}" dt="2025-06-01T15:39:42.216" v="6"/>
          <ac:spMkLst>
            <pc:docMk/>
            <pc:sldMk cId="991426635" sldId="305"/>
            <ac:spMk id="8" creationId="{FB31EF11-BD97-ADB6-996E-7885414E6125}"/>
          </ac:spMkLst>
        </pc:spChg>
        <pc:spChg chg="add mod">
          <ac:chgData name="Franck Martin" userId="S::f.martin@smartdps.fr::a3cd2aa3-5b48-4f86-b694-027a523995c0" providerId="AD" clId="Web-{FFBC34F6-088D-F64B-8815-761AF7FF7DDA}" dt="2025-06-01T15:49:08.306" v="86" actId="1076"/>
          <ac:spMkLst>
            <pc:docMk/>
            <pc:sldMk cId="991426635" sldId="305"/>
            <ac:spMk id="9" creationId="{7F28868F-E0D5-5999-E80D-1DE212D376BF}"/>
          </ac:spMkLst>
        </pc:spChg>
        <pc:cxnChg chg="add del mod">
          <ac:chgData name="Franck Martin" userId="S::f.martin@smartdps.fr::a3cd2aa3-5b48-4f86-b694-027a523995c0" providerId="AD" clId="Web-{FFBC34F6-088D-F64B-8815-761AF7FF7DDA}" dt="2025-06-01T15:48:56.758" v="85"/>
          <ac:cxnSpMkLst>
            <pc:docMk/>
            <pc:sldMk cId="991426635" sldId="305"/>
            <ac:cxnSpMk id="10" creationId="{5BBBEE1F-39A2-0DCC-3AF5-22F33ECD6F8F}"/>
          </ac:cxnSpMkLst>
        </pc:cxnChg>
      </pc:sldChg>
      <pc:sldChg chg="addSp delSp modSp">
        <pc:chgData name="Franck Martin" userId="S::f.martin@smartdps.fr::a3cd2aa3-5b48-4f86-b694-027a523995c0" providerId="AD" clId="Web-{FFBC34F6-088D-F64B-8815-761AF7FF7DDA}" dt="2025-06-01T19:01:32.657" v="586" actId="20577"/>
        <pc:sldMkLst>
          <pc:docMk/>
          <pc:sldMk cId="130864250" sldId="306"/>
        </pc:sldMkLst>
        <pc:spChg chg="add mod">
          <ac:chgData name="Franck Martin" userId="S::f.martin@smartdps.fr::a3cd2aa3-5b48-4f86-b694-027a523995c0" providerId="AD" clId="Web-{FFBC34F6-088D-F64B-8815-761AF7FF7DDA}" dt="2025-06-01T19:01:32.657" v="586" actId="20577"/>
          <ac:spMkLst>
            <pc:docMk/>
            <pc:sldMk cId="130864250" sldId="306"/>
            <ac:spMk id="2" creationId="{3A7FD82F-D040-C9F7-658C-F0B67BFE4DCD}"/>
          </ac:spMkLst>
        </pc:spChg>
        <pc:spChg chg="mod">
          <ac:chgData name="Franck Martin" userId="S::f.martin@smartdps.fr::a3cd2aa3-5b48-4f86-b694-027a523995c0" providerId="AD" clId="Web-{FFBC34F6-088D-F64B-8815-761AF7FF7DDA}" dt="2025-06-01T18:49:19.926" v="553" actId="1076"/>
          <ac:spMkLst>
            <pc:docMk/>
            <pc:sldMk cId="130864250" sldId="306"/>
            <ac:spMk id="345" creationId="{E507875A-A487-A09A-B502-78DCC9DC3DE3}"/>
          </ac:spMkLst>
        </pc:spChg>
        <pc:spChg chg="del mod">
          <ac:chgData name="Franck Martin" userId="S::f.martin@smartdps.fr::a3cd2aa3-5b48-4f86-b694-027a523995c0" providerId="AD" clId="Web-{FFBC34F6-088D-F64B-8815-761AF7FF7DDA}" dt="2025-06-01T18:41:14.875" v="446"/>
          <ac:spMkLst>
            <pc:docMk/>
            <pc:sldMk cId="130864250" sldId="306"/>
            <ac:spMk id="347" creationId="{8B133E2A-87ED-0047-12A7-A1D94B870507}"/>
          </ac:spMkLst>
        </pc:spChg>
      </pc:sldChg>
      <pc:sldChg chg="delSp modSp add replId">
        <pc:chgData name="Franck Martin" userId="S::f.martin@smartdps.fr::a3cd2aa3-5b48-4f86-b694-027a523995c0" providerId="AD" clId="Web-{FFBC34F6-088D-F64B-8815-761AF7FF7DDA}" dt="2025-06-01T19:21:54.277" v="596" actId="20577"/>
        <pc:sldMkLst>
          <pc:docMk/>
          <pc:sldMk cId="1587904002" sldId="307"/>
        </pc:sldMkLst>
        <pc:spChg chg="mod">
          <ac:chgData name="Franck Martin" userId="S::f.martin@smartdps.fr::a3cd2aa3-5b48-4f86-b694-027a523995c0" providerId="AD" clId="Web-{FFBC34F6-088D-F64B-8815-761AF7FF7DDA}" dt="2025-06-01T19:21:54.277" v="596" actId="20577"/>
          <ac:spMkLst>
            <pc:docMk/>
            <pc:sldMk cId="1587904002" sldId="307"/>
            <ac:spMk id="538" creationId="{99D9D4D7-59AF-6136-9B4A-9D02B14C2D1C}"/>
          </ac:spMkLst>
        </pc:spChg>
        <pc:picChg chg="del">
          <ac:chgData name="Franck Martin" userId="S::f.martin@smartdps.fr::a3cd2aa3-5b48-4f86-b694-027a523995c0" providerId="AD" clId="Web-{FFBC34F6-088D-F64B-8815-761AF7FF7DDA}" dt="2025-06-01T18:04:08.359" v="164"/>
          <ac:picMkLst>
            <pc:docMk/>
            <pc:sldMk cId="1587904002" sldId="307"/>
            <ac:picMk id="5" creationId="{C917D521-EEEB-E7A8-146E-38AAA36C81C4}"/>
          </ac:picMkLst>
        </pc:picChg>
      </pc:sldChg>
    </pc:docChg>
  </pc:docChgLst>
  <pc:docChgLst>
    <pc:chgData name="Franck Martin" userId="S::f.martin@smartdps.fr::a3cd2aa3-5b48-4f86-b694-027a523995c0" providerId="AD" clId="Web-{28F95F31-6855-E975-1388-2F9DEA2014BB}"/>
    <pc:docChg chg="addSld delSld modSld sldOrd">
      <pc:chgData name="Franck Martin" userId="S::f.martin@smartdps.fr::a3cd2aa3-5b48-4f86-b694-027a523995c0" providerId="AD" clId="Web-{28F95F31-6855-E975-1388-2F9DEA2014BB}" dt="2025-05-29T20:31:00.869" v="1923" actId="1076"/>
      <pc:docMkLst>
        <pc:docMk/>
      </pc:docMkLst>
      <pc:sldChg chg="addSp delSp modSp">
        <pc:chgData name="Franck Martin" userId="S::f.martin@smartdps.fr::a3cd2aa3-5b48-4f86-b694-027a523995c0" providerId="AD" clId="Web-{28F95F31-6855-E975-1388-2F9DEA2014BB}" dt="2025-05-29T12:02:28.781" v="77" actId="1076"/>
        <pc:sldMkLst>
          <pc:docMk/>
          <pc:sldMk cId="0" sldId="256"/>
        </pc:sldMkLst>
        <pc:spChg chg="add del">
          <ac:chgData name="Franck Martin" userId="S::f.martin@smartdps.fr::a3cd2aa3-5b48-4f86-b694-027a523995c0" providerId="AD" clId="Web-{28F95F31-6855-E975-1388-2F9DEA2014BB}" dt="2025-05-29T11:56:01.128" v="23"/>
          <ac:spMkLst>
            <pc:docMk/>
            <pc:sldMk cId="0" sldId="256"/>
            <ac:spMk id="2" creationId="{D9D69115-5DCC-6E0D-DF13-E31BDB3B6DAC}"/>
          </ac:spMkLst>
        </pc:spChg>
        <pc:spChg chg="add mod">
          <ac:chgData name="Franck Martin" userId="S::f.martin@smartdps.fr::a3cd2aa3-5b48-4f86-b694-027a523995c0" providerId="AD" clId="Web-{28F95F31-6855-E975-1388-2F9DEA2014BB}" dt="2025-05-29T12:02:28.781" v="77" actId="1076"/>
          <ac:spMkLst>
            <pc:docMk/>
            <pc:sldMk cId="0" sldId="256"/>
            <ac:spMk id="4" creationId="{BC037CFD-ACEB-D148-64A8-2672C658F708}"/>
          </ac:spMkLst>
        </pc:spChg>
        <pc:spChg chg="add mod">
          <ac:chgData name="Franck Martin" userId="S::f.martin@smartdps.fr::a3cd2aa3-5b48-4f86-b694-027a523995c0" providerId="AD" clId="Web-{28F95F31-6855-E975-1388-2F9DEA2014BB}" dt="2025-05-29T12:00:31.434" v="74" actId="1076"/>
          <ac:spMkLst>
            <pc:docMk/>
            <pc:sldMk cId="0" sldId="256"/>
            <ac:spMk id="5" creationId="{878E75FA-E0EF-1BFD-E595-8065066952B7}"/>
          </ac:spMkLst>
        </pc:spChg>
        <pc:spChg chg="mod">
          <ac:chgData name="Franck Martin" userId="S::f.martin@smartdps.fr::a3cd2aa3-5b48-4f86-b694-027a523995c0" providerId="AD" clId="Web-{28F95F31-6855-E975-1388-2F9DEA2014BB}" dt="2025-05-29T11:57:18.365" v="25" actId="20577"/>
          <ac:spMkLst>
            <pc:docMk/>
            <pc:sldMk cId="0" sldId="256"/>
            <ac:spMk id="290" creationId="{00000000-0000-0000-0000-000000000000}"/>
          </ac:spMkLst>
        </pc:spChg>
      </pc:sldChg>
      <pc:sldChg chg="ord">
        <pc:chgData name="Franck Martin" userId="S::f.martin@smartdps.fr::a3cd2aa3-5b48-4f86-b694-027a523995c0" providerId="AD" clId="Web-{28F95F31-6855-E975-1388-2F9DEA2014BB}" dt="2025-05-29T12:02:47.875" v="78"/>
        <pc:sldMkLst>
          <pc:docMk/>
          <pc:sldMk cId="0" sldId="257"/>
        </pc:sldMkLst>
      </pc:sldChg>
      <pc:sldChg chg="ord">
        <pc:chgData name="Franck Martin" userId="S::f.martin@smartdps.fr::a3cd2aa3-5b48-4f86-b694-027a523995c0" providerId="AD" clId="Web-{28F95F31-6855-E975-1388-2F9DEA2014BB}" dt="2025-05-29T12:09:06.604" v="83"/>
        <pc:sldMkLst>
          <pc:docMk/>
          <pc:sldMk cId="0" sldId="281"/>
        </pc:sldMkLst>
      </pc:sldChg>
      <pc:sldChg chg="addSp delSp modSp ord">
        <pc:chgData name="Franck Martin" userId="S::f.martin@smartdps.fr::a3cd2aa3-5b48-4f86-b694-027a523995c0" providerId="AD" clId="Web-{28F95F31-6855-E975-1388-2F9DEA2014BB}" dt="2025-05-29T16:17:13.287" v="1088" actId="1076"/>
        <pc:sldMkLst>
          <pc:docMk/>
          <pc:sldMk cId="0" sldId="287"/>
        </pc:sldMkLst>
        <pc:spChg chg="add del mod">
          <ac:chgData name="Franck Martin" userId="S::f.martin@smartdps.fr::a3cd2aa3-5b48-4f86-b694-027a523995c0" providerId="AD" clId="Web-{28F95F31-6855-E975-1388-2F9DEA2014BB}" dt="2025-05-29T15:50:18.694" v="924"/>
          <ac:spMkLst>
            <pc:docMk/>
            <pc:sldMk cId="0" sldId="287"/>
            <ac:spMk id="3" creationId="{903017FA-5612-35B9-8CB7-32BA87DBA640}"/>
          </ac:spMkLst>
        </pc:spChg>
        <pc:spChg chg="del mod">
          <ac:chgData name="Franck Martin" userId="S::f.martin@smartdps.fr::a3cd2aa3-5b48-4f86-b694-027a523995c0" providerId="AD" clId="Web-{28F95F31-6855-E975-1388-2F9DEA2014BB}" dt="2025-05-29T15:50:09.428" v="923"/>
          <ac:spMkLst>
            <pc:docMk/>
            <pc:sldMk cId="0" sldId="287"/>
            <ac:spMk id="537" creationId="{00000000-0000-0000-0000-000000000000}"/>
          </ac:spMkLst>
        </pc:spChg>
        <pc:spChg chg="mod">
          <ac:chgData name="Franck Martin" userId="S::f.martin@smartdps.fr::a3cd2aa3-5b48-4f86-b694-027a523995c0" providerId="AD" clId="Web-{28F95F31-6855-E975-1388-2F9DEA2014BB}" dt="2025-05-29T16:16:59.896" v="1087" actId="20577"/>
          <ac:spMkLst>
            <pc:docMk/>
            <pc:sldMk cId="0" sldId="287"/>
            <ac:spMk id="538" creationId="{00000000-0000-0000-0000-000000000000}"/>
          </ac:spMkLst>
        </pc:spChg>
        <pc:picChg chg="add del mod">
          <ac:chgData name="Franck Martin" userId="S::f.martin@smartdps.fr::a3cd2aa3-5b48-4f86-b694-027a523995c0" providerId="AD" clId="Web-{28F95F31-6855-E975-1388-2F9DEA2014BB}" dt="2025-05-29T16:13:48.435" v="1037"/>
          <ac:picMkLst>
            <pc:docMk/>
            <pc:sldMk cId="0" sldId="287"/>
            <ac:picMk id="4" creationId="{C40896C6-69C9-8863-0E80-88E1B5EDB94F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6:17:13.287" v="1088" actId="1076"/>
          <ac:picMkLst>
            <pc:docMk/>
            <pc:sldMk cId="0" sldId="287"/>
            <ac:picMk id="5" creationId="{A5475857-98A0-CF3B-BBE2-E866C50A855F}"/>
          </ac:picMkLst>
        </pc:picChg>
      </pc:sldChg>
      <pc:sldChg chg="addSp delSp modSp add ord replId">
        <pc:chgData name="Franck Martin" userId="S::f.martin@smartdps.fr::a3cd2aa3-5b48-4f86-b694-027a523995c0" providerId="AD" clId="Web-{28F95F31-6855-E975-1388-2F9DEA2014BB}" dt="2025-05-29T17:21:13.395" v="1502" actId="1076"/>
        <pc:sldMkLst>
          <pc:docMk/>
          <pc:sldMk cId="4275394035" sldId="296"/>
        </pc:sldMkLst>
        <pc:spChg chg="mod">
          <ac:chgData name="Franck Martin" userId="S::f.martin@smartdps.fr::a3cd2aa3-5b48-4f86-b694-027a523995c0" providerId="AD" clId="Web-{28F95F31-6855-E975-1388-2F9DEA2014BB}" dt="2025-05-29T12:52:39.423" v="510" actId="1076"/>
          <ac:spMkLst>
            <pc:docMk/>
            <pc:sldMk cId="4275394035" sldId="296"/>
            <ac:spMk id="488" creationId="{C41672B7-A2AE-203A-3E7A-62F767958463}"/>
          </ac:spMkLst>
        </pc:spChg>
        <pc:spChg chg="mod">
          <ac:chgData name="Franck Martin" userId="S::f.martin@smartdps.fr::a3cd2aa3-5b48-4f86-b694-027a523995c0" providerId="AD" clId="Web-{28F95F31-6855-E975-1388-2F9DEA2014BB}" dt="2025-05-29T13:13:54.649" v="568" actId="1076"/>
          <ac:spMkLst>
            <pc:docMk/>
            <pc:sldMk cId="4275394035" sldId="296"/>
            <ac:spMk id="489" creationId="{F968AEB2-3AF7-53BC-130A-24331778E577}"/>
          </ac:spMkLst>
        </pc:spChg>
        <pc:picChg chg="add mod">
          <ac:chgData name="Franck Martin" userId="S::f.martin@smartdps.fr::a3cd2aa3-5b48-4f86-b694-027a523995c0" providerId="AD" clId="Web-{28F95F31-6855-E975-1388-2F9DEA2014BB}" dt="2025-05-29T13:07:41.108" v="561" actId="1076"/>
          <ac:picMkLst>
            <pc:docMk/>
            <pc:sldMk cId="4275394035" sldId="296"/>
            <ac:picMk id="2" creationId="{AEB992AB-368E-97C1-DB4E-BE8BADD99000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3:07:41.124" v="562" actId="1076"/>
          <ac:picMkLst>
            <pc:docMk/>
            <pc:sldMk cId="4275394035" sldId="296"/>
            <ac:picMk id="3" creationId="{706AF673-DADA-2D9A-C578-5BFE8A946F47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7:20:45.597" v="1496" actId="1076"/>
          <ac:picMkLst>
            <pc:docMk/>
            <pc:sldMk cId="4275394035" sldId="296"/>
            <ac:picMk id="4" creationId="{1CF7277B-5619-2831-8F82-7CBF4463CA6C}"/>
          </ac:picMkLst>
        </pc:picChg>
        <pc:picChg chg="add del mod">
          <ac:chgData name="Franck Martin" userId="S::f.martin@smartdps.fr::a3cd2aa3-5b48-4f86-b694-027a523995c0" providerId="AD" clId="Web-{28F95F31-6855-E975-1388-2F9DEA2014BB}" dt="2025-05-29T12:51:32.328" v="500"/>
          <ac:picMkLst>
            <pc:docMk/>
            <pc:sldMk cId="4275394035" sldId="296"/>
            <ac:picMk id="4" creationId="{351D604D-4D2F-8FA0-3293-1E3899ED5F5E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3:14:15.040" v="585" actId="1076"/>
          <ac:picMkLst>
            <pc:docMk/>
            <pc:sldMk cId="4275394035" sldId="296"/>
            <ac:picMk id="5" creationId="{FD6AC20D-0309-858E-9FCE-74D3DC778DA6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3:14:15.072" v="586" actId="1076"/>
          <ac:picMkLst>
            <pc:docMk/>
            <pc:sldMk cId="4275394035" sldId="296"/>
            <ac:picMk id="6" creationId="{744188DE-C3A1-1E5B-EC3D-732F75F647F8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3:14:15.103" v="587" actId="1076"/>
          <ac:picMkLst>
            <pc:docMk/>
            <pc:sldMk cId="4275394035" sldId="296"/>
            <ac:picMk id="7" creationId="{28400594-F3BD-38A3-995E-034234AA3A61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3:14:15.119" v="588" actId="1076"/>
          <ac:picMkLst>
            <pc:docMk/>
            <pc:sldMk cId="4275394035" sldId="296"/>
            <ac:picMk id="8" creationId="{8ACCE3A3-CD6E-E6CA-49A5-9F1F89ACBA12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3:14:15.150" v="589" actId="1076"/>
          <ac:picMkLst>
            <pc:docMk/>
            <pc:sldMk cId="4275394035" sldId="296"/>
            <ac:picMk id="9" creationId="{7C5BDC19-13E5-DCC7-7F1F-4E1068D4524E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3:14:15.181" v="590" actId="1076"/>
          <ac:picMkLst>
            <pc:docMk/>
            <pc:sldMk cId="4275394035" sldId="296"/>
            <ac:picMk id="10" creationId="{F747F494-3C9E-680B-742C-A0FA51247825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3:14:15.212" v="591" actId="1076"/>
          <ac:picMkLst>
            <pc:docMk/>
            <pc:sldMk cId="4275394035" sldId="296"/>
            <ac:picMk id="11" creationId="{A9C6934A-2913-C88F-12D2-6B4126F78212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7:21:10.504" v="1501" actId="1076"/>
          <ac:picMkLst>
            <pc:docMk/>
            <pc:sldMk cId="4275394035" sldId="296"/>
            <ac:picMk id="12" creationId="{33AAC702-B689-C89D-0233-D7E3287E470D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3:14:15.259" v="593" actId="1076"/>
          <ac:picMkLst>
            <pc:docMk/>
            <pc:sldMk cId="4275394035" sldId="296"/>
            <ac:picMk id="13" creationId="{81AAA272-7200-48D0-5B94-A04E8D94317B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7:21:13.395" v="1502" actId="1076"/>
          <ac:picMkLst>
            <pc:docMk/>
            <pc:sldMk cId="4275394035" sldId="296"/>
            <ac:picMk id="14" creationId="{F08236EB-813B-297B-BE9D-D7185E21C9AF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7:21:05.363" v="1500" actId="1076"/>
          <ac:picMkLst>
            <pc:docMk/>
            <pc:sldMk cId="4275394035" sldId="296"/>
            <ac:picMk id="15" creationId="{A894FE6E-8328-4DAD-12CA-EBE5B1BCB4A5}"/>
          </ac:picMkLst>
        </pc:picChg>
      </pc:sldChg>
      <pc:sldChg chg="addSp delSp modSp add del replId">
        <pc:chgData name="Franck Martin" userId="S::f.martin@smartdps.fr::a3cd2aa3-5b48-4f86-b694-027a523995c0" providerId="AD" clId="Web-{28F95F31-6855-E975-1388-2F9DEA2014BB}" dt="2025-05-29T13:24:22.250" v="623"/>
        <pc:sldMkLst>
          <pc:docMk/>
          <pc:sldMk cId="905919246" sldId="297"/>
        </pc:sldMkLst>
        <pc:spChg chg="mod">
          <ac:chgData name="Franck Martin" userId="S::f.martin@smartdps.fr::a3cd2aa3-5b48-4f86-b694-027a523995c0" providerId="AD" clId="Web-{28F95F31-6855-E975-1388-2F9DEA2014BB}" dt="2025-05-29T13:22:56.435" v="604" actId="20577"/>
          <ac:spMkLst>
            <pc:docMk/>
            <pc:sldMk cId="905919246" sldId="297"/>
            <ac:spMk id="488" creationId="{44139EB6-AF5E-9CF3-6DD3-7C0C0749AF27}"/>
          </ac:spMkLst>
        </pc:spChg>
        <pc:spChg chg="mod">
          <ac:chgData name="Franck Martin" userId="S::f.martin@smartdps.fr::a3cd2aa3-5b48-4f86-b694-027a523995c0" providerId="AD" clId="Web-{28F95F31-6855-E975-1388-2F9DEA2014BB}" dt="2025-05-29T13:24:14.515" v="622"/>
          <ac:spMkLst>
            <pc:docMk/>
            <pc:sldMk cId="905919246" sldId="297"/>
            <ac:spMk id="489" creationId="{7CC324BF-DE59-BDEB-8793-83381FC9469C}"/>
          </ac:spMkLst>
        </pc:spChg>
        <pc:picChg chg="add del mod">
          <ac:chgData name="Franck Martin" userId="S::f.martin@smartdps.fr::a3cd2aa3-5b48-4f86-b694-027a523995c0" providerId="AD" clId="Web-{28F95F31-6855-E975-1388-2F9DEA2014BB}" dt="2025-05-29T13:23:58.890" v="615"/>
          <ac:picMkLst>
            <pc:docMk/>
            <pc:sldMk cId="905919246" sldId="297"/>
            <ac:picMk id="15" creationId="{09D05366-DCE5-6D29-93FA-746BAC08FF4E}"/>
          </ac:picMkLst>
        </pc:picChg>
      </pc:sldChg>
      <pc:sldChg chg="addSp delSp modSp new">
        <pc:chgData name="Franck Martin" userId="S::f.martin@smartdps.fr::a3cd2aa3-5b48-4f86-b694-027a523995c0" providerId="AD" clId="Web-{28F95F31-6855-E975-1388-2F9DEA2014BB}" dt="2025-05-29T17:13:24.330" v="1484" actId="1076"/>
        <pc:sldMkLst>
          <pc:docMk/>
          <pc:sldMk cId="2493061706" sldId="297"/>
        </pc:sldMkLst>
        <pc:spChg chg="mod">
          <ac:chgData name="Franck Martin" userId="S::f.martin@smartdps.fr::a3cd2aa3-5b48-4f86-b694-027a523995c0" providerId="AD" clId="Web-{28F95F31-6855-E975-1388-2F9DEA2014BB}" dt="2025-05-29T17:11:25.011" v="1463" actId="1076"/>
          <ac:spMkLst>
            <pc:docMk/>
            <pc:sldMk cId="2493061706" sldId="297"/>
            <ac:spMk id="2" creationId="{A34310EA-D030-F80E-4CCD-F8EE5A16E927}"/>
          </ac:spMkLst>
        </pc:spChg>
        <pc:spChg chg="del">
          <ac:chgData name="Franck Martin" userId="S::f.martin@smartdps.fr::a3cd2aa3-5b48-4f86-b694-027a523995c0" providerId="AD" clId="Web-{28F95F31-6855-E975-1388-2F9DEA2014BB}" dt="2025-05-29T13:34:24.581" v="629"/>
          <ac:spMkLst>
            <pc:docMk/>
            <pc:sldMk cId="2493061706" sldId="297"/>
            <ac:spMk id="3" creationId="{971619F0-B28C-4A45-3264-7ADC3197D684}"/>
          </ac:spMkLst>
        </pc:spChg>
        <pc:spChg chg="mod">
          <ac:chgData name="Franck Martin" userId="S::f.martin@smartdps.fr::a3cd2aa3-5b48-4f86-b694-027a523995c0" providerId="AD" clId="Web-{28F95F31-6855-E975-1388-2F9DEA2014BB}" dt="2025-05-29T17:11:59.074" v="1466" actId="1076"/>
          <ac:spMkLst>
            <pc:docMk/>
            <pc:sldMk cId="2493061706" sldId="297"/>
            <ac:spMk id="4" creationId="{B3586F4A-65E3-4218-E69A-2190551DA817}"/>
          </ac:spMkLst>
        </pc:spChg>
        <pc:spChg chg="add mod">
          <ac:chgData name="Franck Martin" userId="S::f.martin@smartdps.fr::a3cd2aa3-5b48-4f86-b694-027a523995c0" providerId="AD" clId="Web-{28F95F31-6855-E975-1388-2F9DEA2014BB}" dt="2025-05-29T17:13:24.330" v="1484" actId="1076"/>
          <ac:spMkLst>
            <pc:docMk/>
            <pc:sldMk cId="2493061706" sldId="297"/>
            <ac:spMk id="5" creationId="{17D02DE2-2FD1-7167-ECFD-49A2DBEBD7E7}"/>
          </ac:spMkLst>
        </pc:spChg>
        <pc:spChg chg="add mod">
          <ac:chgData name="Franck Martin" userId="S::f.martin@smartdps.fr::a3cd2aa3-5b48-4f86-b694-027a523995c0" providerId="AD" clId="Web-{28F95F31-6855-E975-1388-2F9DEA2014BB}" dt="2025-05-29T17:12:02.246" v="1468" actId="1076"/>
          <ac:spMkLst>
            <pc:docMk/>
            <pc:sldMk cId="2493061706" sldId="297"/>
            <ac:spMk id="7" creationId="{9B01EBB4-A5DF-ECBE-6142-C764FD358097}"/>
          </ac:spMkLst>
        </pc:spChg>
        <pc:spChg chg="add mod">
          <ac:chgData name="Franck Martin" userId="S::f.martin@smartdps.fr::a3cd2aa3-5b48-4f86-b694-027a523995c0" providerId="AD" clId="Web-{28F95F31-6855-E975-1388-2F9DEA2014BB}" dt="2025-05-29T17:12:54.873" v="1481" actId="20577"/>
          <ac:spMkLst>
            <pc:docMk/>
            <pc:sldMk cId="2493061706" sldId="297"/>
            <ac:spMk id="8" creationId="{A1F8B441-ECA9-502D-F442-F38829F50DE5}"/>
          </ac:spMkLst>
        </pc:spChg>
        <pc:spChg chg="add mod">
          <ac:chgData name="Franck Martin" userId="S::f.martin@smartdps.fr::a3cd2aa3-5b48-4f86-b694-027a523995c0" providerId="AD" clId="Web-{28F95F31-6855-E975-1388-2F9DEA2014BB}" dt="2025-05-29T17:12:02.309" v="1470" actId="1076"/>
          <ac:spMkLst>
            <pc:docMk/>
            <pc:sldMk cId="2493061706" sldId="297"/>
            <ac:spMk id="9" creationId="{7E98C8F2-291D-E8EE-5E11-D87EDF9C7F14}"/>
          </ac:spMkLst>
        </pc:spChg>
        <pc:spChg chg="add del">
          <ac:chgData name="Franck Martin" userId="S::f.martin@smartdps.fr::a3cd2aa3-5b48-4f86-b694-027a523995c0" providerId="AD" clId="Web-{28F95F31-6855-E975-1388-2F9DEA2014BB}" dt="2025-05-29T13:40:11.091" v="687"/>
          <ac:spMkLst>
            <pc:docMk/>
            <pc:sldMk cId="2493061706" sldId="297"/>
            <ac:spMk id="10" creationId="{4154270B-7937-8674-3B3A-D4A8DD214B0C}"/>
          </ac:spMkLst>
        </pc:spChg>
        <pc:spChg chg="add del">
          <ac:chgData name="Franck Martin" userId="S::f.martin@smartdps.fr::a3cd2aa3-5b48-4f86-b694-027a523995c0" providerId="AD" clId="Web-{28F95F31-6855-E975-1388-2F9DEA2014BB}" dt="2025-05-29T17:11:46.183" v="1465"/>
          <ac:spMkLst>
            <pc:docMk/>
            <pc:sldMk cId="2493061706" sldId="297"/>
            <ac:spMk id="10" creationId="{70193564-6CB7-E460-CE24-12EAE45953E1}"/>
          </ac:spMkLst>
        </pc:spChg>
        <pc:spChg chg="add del">
          <ac:chgData name="Franck Martin" userId="S::f.martin@smartdps.fr::a3cd2aa3-5b48-4f86-b694-027a523995c0" providerId="AD" clId="Web-{28F95F31-6855-E975-1388-2F9DEA2014BB}" dt="2025-05-29T13:40:11.091" v="687"/>
          <ac:spMkLst>
            <pc:docMk/>
            <pc:sldMk cId="2493061706" sldId="297"/>
            <ac:spMk id="11" creationId="{0838FDB2-DFF8-E583-428B-A968C0EFEBDC}"/>
          </ac:spMkLst>
        </pc:spChg>
        <pc:spChg chg="add del">
          <ac:chgData name="Franck Martin" userId="S::f.martin@smartdps.fr::a3cd2aa3-5b48-4f86-b694-027a523995c0" providerId="AD" clId="Web-{28F95F31-6855-E975-1388-2F9DEA2014BB}" dt="2025-05-29T13:40:11.091" v="687"/>
          <ac:spMkLst>
            <pc:docMk/>
            <pc:sldMk cId="2493061706" sldId="297"/>
            <ac:spMk id="12" creationId="{D9E5D843-8990-F106-1E0A-851127747379}"/>
          </ac:spMkLst>
        </pc:spChg>
        <pc:spChg chg="add del">
          <ac:chgData name="Franck Martin" userId="S::f.martin@smartdps.fr::a3cd2aa3-5b48-4f86-b694-027a523995c0" providerId="AD" clId="Web-{28F95F31-6855-E975-1388-2F9DEA2014BB}" dt="2025-05-29T13:40:20.622" v="689"/>
          <ac:spMkLst>
            <pc:docMk/>
            <pc:sldMk cId="2493061706" sldId="297"/>
            <ac:spMk id="13" creationId="{5746E21D-BD65-9B31-8207-4B1D191E5575}"/>
          </ac:spMkLst>
        </pc:spChg>
        <pc:spChg chg="add del">
          <ac:chgData name="Franck Martin" userId="S::f.martin@smartdps.fr::a3cd2aa3-5b48-4f86-b694-027a523995c0" providerId="AD" clId="Web-{28F95F31-6855-E975-1388-2F9DEA2014BB}" dt="2025-05-29T13:40:20.622" v="689"/>
          <ac:spMkLst>
            <pc:docMk/>
            <pc:sldMk cId="2493061706" sldId="297"/>
            <ac:spMk id="14" creationId="{747DF1D9-FE59-CE18-3C15-5D10CB3D8192}"/>
          </ac:spMkLst>
        </pc:spChg>
        <pc:spChg chg="add del">
          <ac:chgData name="Franck Martin" userId="S::f.martin@smartdps.fr::a3cd2aa3-5b48-4f86-b694-027a523995c0" providerId="AD" clId="Web-{28F95F31-6855-E975-1388-2F9DEA2014BB}" dt="2025-05-29T13:40:20.622" v="689"/>
          <ac:spMkLst>
            <pc:docMk/>
            <pc:sldMk cId="2493061706" sldId="297"/>
            <ac:spMk id="15" creationId="{D912E2F2-D9D8-2156-51B1-010119E63E67}"/>
          </ac:spMkLst>
        </pc:spChg>
        <pc:spChg chg="add del mod">
          <ac:chgData name="Franck Martin" userId="S::f.martin@smartdps.fr::a3cd2aa3-5b48-4f86-b694-027a523995c0" providerId="AD" clId="Web-{28F95F31-6855-E975-1388-2F9DEA2014BB}" dt="2025-05-29T14:07:00.161" v="826"/>
          <ac:spMkLst>
            <pc:docMk/>
            <pc:sldMk cId="2493061706" sldId="297"/>
            <ac:spMk id="17" creationId="{3CFEC4B6-E302-75EF-BAAF-F324765B3EEE}"/>
          </ac:spMkLst>
        </pc:spChg>
        <pc:spChg chg="add mod">
          <ac:chgData name="Franck Martin" userId="S::f.martin@smartdps.fr::a3cd2aa3-5b48-4f86-b694-027a523995c0" providerId="AD" clId="Web-{28F95F31-6855-E975-1388-2F9DEA2014BB}" dt="2025-05-29T17:12:02.387" v="1472" actId="1076"/>
          <ac:spMkLst>
            <pc:docMk/>
            <pc:sldMk cId="2493061706" sldId="297"/>
            <ac:spMk id="20" creationId="{897D4395-32D6-ED4A-F22C-58129767E25C}"/>
          </ac:spMkLst>
        </pc:spChg>
        <pc:picChg chg="add mod">
          <ac:chgData name="Franck Martin" userId="S::f.martin@smartdps.fr::a3cd2aa3-5b48-4f86-b694-027a523995c0" providerId="AD" clId="Web-{28F95F31-6855-E975-1388-2F9DEA2014BB}" dt="2025-05-29T17:11:59.106" v="1467" actId="1076"/>
          <ac:picMkLst>
            <pc:docMk/>
            <pc:sldMk cId="2493061706" sldId="297"/>
            <ac:picMk id="6" creationId="{C53ED0B7-FD69-12D3-968A-2A2A2F8CF3FC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17:12:21.856" v="1476" actId="1076"/>
          <ac:picMkLst>
            <pc:docMk/>
            <pc:sldMk cId="2493061706" sldId="297"/>
            <ac:picMk id="18" creationId="{3E192989-4BF5-C14E-8DCC-21F36378566C}"/>
          </ac:picMkLst>
        </pc:picChg>
      </pc:sldChg>
      <pc:sldChg chg="add replId">
        <pc:chgData name="Franck Martin" userId="S::f.martin@smartdps.fr::a3cd2aa3-5b48-4f86-b694-027a523995c0" providerId="AD" clId="Web-{28F95F31-6855-E975-1388-2F9DEA2014BB}" dt="2025-05-29T15:50:04.709" v="922"/>
        <pc:sldMkLst>
          <pc:docMk/>
          <pc:sldMk cId="25890143" sldId="298"/>
        </pc:sldMkLst>
      </pc:sldChg>
      <pc:sldChg chg="addSp delSp modSp add replId">
        <pc:chgData name="Franck Martin" userId="S::f.martin@smartdps.fr::a3cd2aa3-5b48-4f86-b694-027a523995c0" providerId="AD" clId="Web-{28F95F31-6855-E975-1388-2F9DEA2014BB}" dt="2025-05-29T17:14:11.285" v="1494" actId="20577"/>
        <pc:sldMkLst>
          <pc:docMk/>
          <pc:sldMk cId="2785785830" sldId="299"/>
        </pc:sldMkLst>
        <pc:spChg chg="add mod">
          <ac:chgData name="Franck Martin" userId="S::f.martin@smartdps.fr::a3cd2aa3-5b48-4f86-b694-027a523995c0" providerId="AD" clId="Web-{28F95F31-6855-E975-1388-2F9DEA2014BB}" dt="2025-05-29T16:57:43.461" v="1434" actId="1076"/>
          <ac:spMkLst>
            <pc:docMk/>
            <pc:sldMk cId="2785785830" sldId="299"/>
            <ac:spMk id="3" creationId="{D43BCA08-DB6E-7261-8FDA-006FD727080E}"/>
          </ac:spMkLst>
        </pc:spChg>
        <pc:spChg chg="add mod">
          <ac:chgData name="Franck Martin" userId="S::f.martin@smartdps.fr::a3cd2aa3-5b48-4f86-b694-027a523995c0" providerId="AD" clId="Web-{28F95F31-6855-E975-1388-2F9DEA2014BB}" dt="2025-05-29T17:13:53.472" v="1490" actId="20577"/>
          <ac:spMkLst>
            <pc:docMk/>
            <pc:sldMk cId="2785785830" sldId="299"/>
            <ac:spMk id="6" creationId="{D552EFA1-B7FD-2679-8440-AAA00631995D}"/>
          </ac:spMkLst>
        </pc:spChg>
        <pc:spChg chg="add mod">
          <ac:chgData name="Franck Martin" userId="S::f.martin@smartdps.fr::a3cd2aa3-5b48-4f86-b694-027a523995c0" providerId="AD" clId="Web-{28F95F31-6855-E975-1388-2F9DEA2014BB}" dt="2025-05-29T17:10:51.259" v="1461" actId="20577"/>
          <ac:spMkLst>
            <pc:docMk/>
            <pc:sldMk cId="2785785830" sldId="299"/>
            <ac:spMk id="8" creationId="{FFF19516-F8A3-28F2-53B9-D38F7294FA53}"/>
          </ac:spMkLst>
        </pc:spChg>
        <pc:spChg chg="add del mod">
          <ac:chgData name="Franck Martin" userId="S::f.martin@smartdps.fr::a3cd2aa3-5b48-4f86-b694-027a523995c0" providerId="AD" clId="Web-{28F95F31-6855-E975-1388-2F9DEA2014BB}" dt="2025-05-29T16:31:52.789" v="1204"/>
          <ac:spMkLst>
            <pc:docMk/>
            <pc:sldMk cId="2785785830" sldId="299"/>
            <ac:spMk id="11" creationId="{79980019-B451-5D9B-03B5-1BC07B46B4B2}"/>
          </ac:spMkLst>
        </pc:spChg>
        <pc:spChg chg="add del mod">
          <ac:chgData name="Franck Martin" userId="S::f.martin@smartdps.fr::a3cd2aa3-5b48-4f86-b694-027a523995c0" providerId="AD" clId="Web-{28F95F31-6855-E975-1388-2F9DEA2014BB}" dt="2025-05-29T16:51:50.088" v="1315"/>
          <ac:spMkLst>
            <pc:docMk/>
            <pc:sldMk cId="2785785830" sldId="299"/>
            <ac:spMk id="12" creationId="{D488BA58-3D63-29D0-2F79-58C8B4A426B2}"/>
          </ac:spMkLst>
        </pc:spChg>
        <pc:spChg chg="add del">
          <ac:chgData name="Franck Martin" userId="S::f.martin@smartdps.fr::a3cd2aa3-5b48-4f86-b694-027a523995c0" providerId="AD" clId="Web-{28F95F31-6855-E975-1388-2F9DEA2014BB}" dt="2025-05-29T16:32:28.212" v="1228"/>
          <ac:spMkLst>
            <pc:docMk/>
            <pc:sldMk cId="2785785830" sldId="299"/>
            <ac:spMk id="13" creationId="{4C1533CE-11C4-CCB7-CBEE-E38D8295AA3E}"/>
          </ac:spMkLst>
        </pc:spChg>
        <pc:spChg chg="add mod">
          <ac:chgData name="Franck Martin" userId="S::f.martin@smartdps.fr::a3cd2aa3-5b48-4f86-b694-027a523995c0" providerId="AD" clId="Web-{28F95F31-6855-E975-1388-2F9DEA2014BB}" dt="2025-05-29T17:14:11.285" v="1494" actId="20577"/>
          <ac:spMkLst>
            <pc:docMk/>
            <pc:sldMk cId="2785785830" sldId="299"/>
            <ac:spMk id="15" creationId="{CD46F075-F91D-988E-32DA-13522ACC4C75}"/>
          </ac:spMkLst>
        </pc:spChg>
        <pc:spChg chg="mod">
          <ac:chgData name="Franck Martin" userId="S::f.martin@smartdps.fr::a3cd2aa3-5b48-4f86-b694-027a523995c0" providerId="AD" clId="Web-{28F95F31-6855-E975-1388-2F9DEA2014BB}" dt="2025-05-29T16:57:54.368" v="1439" actId="20577"/>
          <ac:spMkLst>
            <pc:docMk/>
            <pc:sldMk cId="2785785830" sldId="299"/>
            <ac:spMk id="538" creationId="{1E991905-C98A-7070-AC86-292A24DDD3A9}"/>
          </ac:spMkLst>
        </pc:spChg>
        <pc:picChg chg="del">
          <ac:chgData name="Franck Martin" userId="S::f.martin@smartdps.fr::a3cd2aa3-5b48-4f86-b694-027a523995c0" providerId="AD" clId="Web-{28F95F31-6855-E975-1388-2F9DEA2014BB}" dt="2025-05-29T16:23:54.380" v="1097"/>
          <ac:picMkLst>
            <pc:docMk/>
            <pc:sldMk cId="2785785830" sldId="299"/>
            <ac:picMk id="5" creationId="{9DABD20F-31D4-731E-D265-6266576B1E3F}"/>
          </ac:picMkLst>
        </pc:picChg>
        <pc:picChg chg="add del mod">
          <ac:chgData name="Franck Martin" userId="S::f.martin@smartdps.fr::a3cd2aa3-5b48-4f86-b694-027a523995c0" providerId="AD" clId="Web-{28F95F31-6855-E975-1388-2F9DEA2014BB}" dt="2025-05-29T16:26:51.699" v="1126"/>
          <ac:picMkLst>
            <pc:docMk/>
            <pc:sldMk cId="2785785830" sldId="299"/>
            <ac:picMk id="10" creationId="{44BF5367-A82A-9DBF-1F0A-3351692D92D5}"/>
          </ac:picMkLst>
        </pc:picChg>
      </pc:sldChg>
      <pc:sldChg chg="addSp delSp modSp add mod replId setBg">
        <pc:chgData name="Franck Martin" userId="S::f.martin@smartdps.fr::a3cd2aa3-5b48-4f86-b694-027a523995c0" providerId="AD" clId="Web-{28F95F31-6855-E975-1388-2F9DEA2014BB}" dt="2025-05-29T17:45:39.439" v="1751"/>
        <pc:sldMkLst>
          <pc:docMk/>
          <pc:sldMk cId="3585230469" sldId="300"/>
        </pc:sldMkLst>
        <pc:spChg chg="del">
          <ac:chgData name="Franck Martin" userId="S::f.martin@smartdps.fr::a3cd2aa3-5b48-4f86-b694-027a523995c0" providerId="AD" clId="Web-{28F95F31-6855-E975-1388-2F9DEA2014BB}" dt="2025-05-29T16:59:06.715" v="1459"/>
          <ac:spMkLst>
            <pc:docMk/>
            <pc:sldMk cId="3585230469" sldId="300"/>
            <ac:spMk id="3" creationId="{C3215046-28F4-9C48-0A72-D3BEE3D6E669}"/>
          </ac:spMkLst>
        </pc:spChg>
        <pc:spChg chg="del">
          <ac:chgData name="Franck Martin" userId="S::f.martin@smartdps.fr::a3cd2aa3-5b48-4f86-b694-027a523995c0" providerId="AD" clId="Web-{28F95F31-6855-E975-1388-2F9DEA2014BB}" dt="2025-05-29T16:59:06.715" v="1458"/>
          <ac:spMkLst>
            <pc:docMk/>
            <pc:sldMk cId="3585230469" sldId="300"/>
            <ac:spMk id="6" creationId="{16F15889-9220-A8FC-9633-8568F22E960E}"/>
          </ac:spMkLst>
        </pc:spChg>
        <pc:spChg chg="del">
          <ac:chgData name="Franck Martin" userId="S::f.martin@smartdps.fr::a3cd2aa3-5b48-4f86-b694-027a523995c0" providerId="AD" clId="Web-{28F95F31-6855-E975-1388-2F9DEA2014BB}" dt="2025-05-29T16:59:06.715" v="1457"/>
          <ac:spMkLst>
            <pc:docMk/>
            <pc:sldMk cId="3585230469" sldId="300"/>
            <ac:spMk id="8" creationId="{7B9F4BDD-5648-4645-595E-0811306A8BF3}"/>
          </ac:spMkLst>
        </pc:spChg>
        <pc:spChg chg="del">
          <ac:chgData name="Franck Martin" userId="S::f.martin@smartdps.fr::a3cd2aa3-5b48-4f86-b694-027a523995c0" providerId="AD" clId="Web-{28F95F31-6855-E975-1388-2F9DEA2014BB}" dt="2025-05-29T16:59:03.215" v="1456"/>
          <ac:spMkLst>
            <pc:docMk/>
            <pc:sldMk cId="3585230469" sldId="300"/>
            <ac:spMk id="15" creationId="{6F0A55CB-85BD-F6DD-FD0F-722BFEF21D0B}"/>
          </ac:spMkLst>
        </pc:spChg>
        <pc:spChg chg="del">
          <ac:chgData name="Franck Martin" userId="S::f.martin@smartdps.fr::a3cd2aa3-5b48-4f86-b694-027a523995c0" providerId="AD" clId="Web-{28F95F31-6855-E975-1388-2F9DEA2014BB}" dt="2025-05-29T16:59:06.715" v="1460"/>
          <ac:spMkLst>
            <pc:docMk/>
            <pc:sldMk cId="3585230469" sldId="300"/>
            <ac:spMk id="538" creationId="{01286D6F-12AB-3011-FCBC-708C0B434448}"/>
          </ac:spMkLst>
        </pc:spChg>
        <pc:picChg chg="add del mod">
          <ac:chgData name="Franck Martin" userId="S::f.martin@smartdps.fr::a3cd2aa3-5b48-4f86-b694-027a523995c0" providerId="AD" clId="Web-{28F95F31-6855-E975-1388-2F9DEA2014BB}" dt="2025-05-29T17:43:58.248" v="1747"/>
          <ac:picMkLst>
            <pc:docMk/>
            <pc:sldMk cId="3585230469" sldId="300"/>
            <ac:picMk id="2" creationId="{725C38EB-D47A-3B04-AF5A-F5B191DCCF67}"/>
          </ac:picMkLst>
        </pc:picChg>
      </pc:sldChg>
      <pc:sldChg chg="addSp delSp modSp add ord replId">
        <pc:chgData name="Franck Martin" userId="S::f.martin@smartdps.fr::a3cd2aa3-5b48-4f86-b694-027a523995c0" providerId="AD" clId="Web-{28F95F31-6855-E975-1388-2F9DEA2014BB}" dt="2025-05-29T20:31:00.869" v="1923" actId="1076"/>
        <pc:sldMkLst>
          <pc:docMk/>
          <pc:sldMk cId="1102789684" sldId="301"/>
        </pc:sldMkLst>
        <pc:spChg chg="mod">
          <ac:chgData name="Franck Martin" userId="S::f.martin@smartdps.fr::a3cd2aa3-5b48-4f86-b694-027a523995c0" providerId="AD" clId="Web-{28F95F31-6855-E975-1388-2F9DEA2014BB}" dt="2025-05-29T20:29:34.287" v="1867" actId="1076"/>
          <ac:spMkLst>
            <pc:docMk/>
            <pc:sldMk cId="1102789684" sldId="301"/>
            <ac:spMk id="387" creationId="{F43B6E69-08EB-DD8E-1A19-1D1EC2246706}"/>
          </ac:spMkLst>
        </pc:spChg>
        <pc:spChg chg="mod">
          <ac:chgData name="Franck Martin" userId="S::f.martin@smartdps.fr::a3cd2aa3-5b48-4f86-b694-027a523995c0" providerId="AD" clId="Web-{28F95F31-6855-E975-1388-2F9DEA2014BB}" dt="2025-05-29T20:30:33.633" v="1904" actId="1076"/>
          <ac:spMkLst>
            <pc:docMk/>
            <pc:sldMk cId="1102789684" sldId="301"/>
            <ac:spMk id="388" creationId="{DECB4973-EDD0-3D82-ACCD-EE5BFA1B0F72}"/>
          </ac:spMkLst>
        </pc:spChg>
        <pc:spChg chg="del">
          <ac:chgData name="Franck Martin" userId="S::f.martin@smartdps.fr::a3cd2aa3-5b48-4f86-b694-027a523995c0" providerId="AD" clId="Web-{28F95F31-6855-E975-1388-2F9DEA2014BB}" dt="2025-05-29T17:26:02.531" v="1515"/>
          <ac:spMkLst>
            <pc:docMk/>
            <pc:sldMk cId="1102789684" sldId="301"/>
            <ac:spMk id="389" creationId="{74DA379B-A216-AB51-BB44-35AFCC63E661}"/>
          </ac:spMkLst>
        </pc:spChg>
        <pc:picChg chg="add mod">
          <ac:chgData name="Franck Martin" userId="S::f.martin@smartdps.fr::a3cd2aa3-5b48-4f86-b694-027a523995c0" providerId="AD" clId="Web-{28F95F31-6855-E975-1388-2F9DEA2014BB}" dt="2025-05-29T20:30:33.665" v="1905" actId="1076"/>
          <ac:picMkLst>
            <pc:docMk/>
            <pc:sldMk cId="1102789684" sldId="301"/>
            <ac:picMk id="2" creationId="{D839EBD3-12EA-CBD8-0998-CCD69A6262BB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0:33.696" v="1906" actId="1076"/>
          <ac:picMkLst>
            <pc:docMk/>
            <pc:sldMk cId="1102789684" sldId="301"/>
            <ac:picMk id="3" creationId="{9016FE51-78B6-413E-9634-BBC2570740F9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0:33.727" v="1907" actId="1076"/>
          <ac:picMkLst>
            <pc:docMk/>
            <pc:sldMk cId="1102789684" sldId="301"/>
            <ac:picMk id="4" creationId="{068AB483-E62D-7057-BDE2-92A657B0E86D}"/>
          </ac:picMkLst>
        </pc:picChg>
        <pc:picChg chg="add del mod">
          <ac:chgData name="Franck Martin" userId="S::f.martin@smartdps.fr::a3cd2aa3-5b48-4f86-b694-027a523995c0" providerId="AD" clId="Web-{28F95F31-6855-E975-1388-2F9DEA2014BB}" dt="2025-05-29T20:19:34.910" v="1785"/>
          <ac:picMkLst>
            <pc:docMk/>
            <pc:sldMk cId="1102789684" sldId="301"/>
            <ac:picMk id="5" creationId="{A8633898-73EF-5292-1DAF-483825E9EE42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0:33.758" v="1908" actId="1076"/>
          <ac:picMkLst>
            <pc:docMk/>
            <pc:sldMk cId="1102789684" sldId="301"/>
            <ac:picMk id="6" creationId="{E4334410-E263-D739-9085-9089ADF2E335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0:33.790" v="1909" actId="1076"/>
          <ac:picMkLst>
            <pc:docMk/>
            <pc:sldMk cId="1102789684" sldId="301"/>
            <ac:picMk id="7" creationId="{D5F08EB4-D2DE-B890-8E59-F6E6C65EA1AD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0:33.821" v="1910" actId="1076"/>
          <ac:picMkLst>
            <pc:docMk/>
            <pc:sldMk cId="1102789684" sldId="301"/>
            <ac:picMk id="8" creationId="{EFBFC0CB-AE46-0C53-DFAA-3F9F319963E3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1:00.869" v="1923" actId="1076"/>
          <ac:picMkLst>
            <pc:docMk/>
            <pc:sldMk cId="1102789684" sldId="301"/>
            <ac:picMk id="9" creationId="{92943EF9-27A1-B60C-5F13-16EAC7F9D47D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0:33.883" v="1912" actId="1076"/>
          <ac:picMkLst>
            <pc:docMk/>
            <pc:sldMk cId="1102789684" sldId="301"/>
            <ac:picMk id="10" creationId="{F51F4C09-DF6D-7DE3-FBA1-2E9421BE687B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0:33.915" v="1913" actId="1076"/>
          <ac:picMkLst>
            <pc:docMk/>
            <pc:sldMk cId="1102789684" sldId="301"/>
            <ac:picMk id="11" creationId="{63669561-7873-3581-56F5-A2D1D969F395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0:33.946" v="1914" actId="1076"/>
          <ac:picMkLst>
            <pc:docMk/>
            <pc:sldMk cId="1102789684" sldId="301"/>
            <ac:picMk id="12" creationId="{41388511-DC58-7D3B-17B4-C1BA8A82EA7C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0:33.961" v="1915" actId="1076"/>
          <ac:picMkLst>
            <pc:docMk/>
            <pc:sldMk cId="1102789684" sldId="301"/>
            <ac:picMk id="13" creationId="{F8CB122D-8D7E-C1E1-8CB9-BEC8C8660969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0:51.556" v="1920" actId="1076"/>
          <ac:picMkLst>
            <pc:docMk/>
            <pc:sldMk cId="1102789684" sldId="301"/>
            <ac:picMk id="14" creationId="{3D387CE4-860A-A394-9C50-B2F4BCCE2D74}"/>
          </ac:picMkLst>
        </pc:picChg>
        <pc:picChg chg="add mod">
          <ac:chgData name="Franck Martin" userId="S::f.martin@smartdps.fr::a3cd2aa3-5b48-4f86-b694-027a523995c0" providerId="AD" clId="Web-{28F95F31-6855-E975-1388-2F9DEA2014BB}" dt="2025-05-29T20:30:34.024" v="1917" actId="1076"/>
          <ac:picMkLst>
            <pc:docMk/>
            <pc:sldMk cId="1102789684" sldId="301"/>
            <ac:picMk id="15" creationId="{6F07FE8E-EE06-FCEF-E90E-364904849B84}"/>
          </ac:picMkLst>
        </pc:picChg>
        <pc:picChg chg="del">
          <ac:chgData name="Franck Martin" userId="S::f.martin@smartdps.fr::a3cd2aa3-5b48-4f86-b694-027a523995c0" providerId="AD" clId="Web-{28F95F31-6855-E975-1388-2F9DEA2014BB}" dt="2025-05-29T17:26:03.484" v="1516"/>
          <ac:picMkLst>
            <pc:docMk/>
            <pc:sldMk cId="1102789684" sldId="301"/>
            <ac:picMk id="390" creationId="{859039E7-444F-A596-16E9-2E50138C0BF8}"/>
          </ac:picMkLst>
        </pc:picChg>
      </pc:sldChg>
      <pc:sldChg chg="new del">
        <pc:chgData name="Franck Martin" userId="S::f.martin@smartdps.fr::a3cd2aa3-5b48-4f86-b694-027a523995c0" providerId="AD" clId="Web-{28F95F31-6855-E975-1388-2F9DEA2014BB}" dt="2025-05-29T17:45:27.455" v="1749"/>
        <pc:sldMkLst>
          <pc:docMk/>
          <pc:sldMk cId="1671918609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e8e5ad7ac4_1_1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2e8e5ad7ac4_1_1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BC0710FD-521F-09EB-FCB0-DC42C964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e8e5ad7ac4_1_1340:notes">
            <a:extLst>
              <a:ext uri="{FF2B5EF4-FFF2-40B4-BE49-F238E27FC236}">
                <a16:creationId xmlns:a16="http://schemas.microsoft.com/office/drawing/2014/main" id="{E57F944B-420B-F9A9-083A-EB6E2F7C61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2e8e5ad7ac4_1_1340:notes">
            <a:extLst>
              <a:ext uri="{FF2B5EF4-FFF2-40B4-BE49-F238E27FC236}">
                <a16:creationId xmlns:a16="http://schemas.microsoft.com/office/drawing/2014/main" id="{AABAC8B6-6C06-F61B-8209-A4861BE7D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4147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e8e5ad7ac4_1_1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2e8e5ad7ac4_1_1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7682D13E-DCC6-70AE-0342-B33C0A72C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e8e5ad7ac4_1_1254:notes">
            <a:extLst>
              <a:ext uri="{FF2B5EF4-FFF2-40B4-BE49-F238E27FC236}">
                <a16:creationId xmlns:a16="http://schemas.microsoft.com/office/drawing/2014/main" id="{DA91FCBA-596B-40BA-721E-DC48418D5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5" name="Google Shape;385;g2e8e5ad7ac4_1_1254:notes">
            <a:extLst>
              <a:ext uri="{FF2B5EF4-FFF2-40B4-BE49-F238E27FC236}">
                <a16:creationId xmlns:a16="http://schemas.microsoft.com/office/drawing/2014/main" id="{33886D0E-551A-CFA1-2354-13D5EBD03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6910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>
          <a:extLst>
            <a:ext uri="{FF2B5EF4-FFF2-40B4-BE49-F238E27FC236}">
              <a16:creationId xmlns:a16="http://schemas.microsoft.com/office/drawing/2014/main" id="{6AC3932B-C7EB-8578-46DA-6D420AD1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e8e5ad7ac4_1_1383:notes">
            <a:extLst>
              <a:ext uri="{FF2B5EF4-FFF2-40B4-BE49-F238E27FC236}">
                <a16:creationId xmlns:a16="http://schemas.microsoft.com/office/drawing/2014/main" id="{527957F8-5E15-D99A-2F76-C03202149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2e8e5ad7ac4_1_1383:notes">
            <a:extLst>
              <a:ext uri="{FF2B5EF4-FFF2-40B4-BE49-F238E27FC236}">
                <a16:creationId xmlns:a16="http://schemas.microsoft.com/office/drawing/2014/main" id="{2F445765-55F7-A689-3F9B-C7EE504C6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6472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>
          <a:extLst>
            <a:ext uri="{FF2B5EF4-FFF2-40B4-BE49-F238E27FC236}">
              <a16:creationId xmlns:a16="http://schemas.microsoft.com/office/drawing/2014/main" id="{410CF55A-45CD-CEC4-1C59-A12213680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e8e5ad7ac4_1_1383:notes">
            <a:extLst>
              <a:ext uri="{FF2B5EF4-FFF2-40B4-BE49-F238E27FC236}">
                <a16:creationId xmlns:a16="http://schemas.microsoft.com/office/drawing/2014/main" id="{1839960F-3CF3-9398-E0D9-5B279121B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2e8e5ad7ac4_1_1383:notes">
            <a:extLst>
              <a:ext uri="{FF2B5EF4-FFF2-40B4-BE49-F238E27FC236}">
                <a16:creationId xmlns:a16="http://schemas.microsoft.com/office/drawing/2014/main" id="{21CD5C0C-C75E-AC70-75EE-913A7D656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3183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e8e5ad7ac4_1_1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2e8e5ad7ac4_1_1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F9B14C11-DAC2-585A-7144-8DC16542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e8e5ad7ac4_1_1340:notes">
            <a:extLst>
              <a:ext uri="{FF2B5EF4-FFF2-40B4-BE49-F238E27FC236}">
                <a16:creationId xmlns:a16="http://schemas.microsoft.com/office/drawing/2014/main" id="{8D0DAA0A-40FD-A132-A8DE-C39636F67C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2e8e5ad7ac4_1_1340:notes">
            <a:extLst>
              <a:ext uri="{FF2B5EF4-FFF2-40B4-BE49-F238E27FC236}">
                <a16:creationId xmlns:a16="http://schemas.microsoft.com/office/drawing/2014/main" id="{CEC14A64-3C93-7276-CF27-74CBE20E68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4768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e8e5ad7ac4_1_1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2e8e5ad7ac4_1_1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>
          <a:extLst>
            <a:ext uri="{FF2B5EF4-FFF2-40B4-BE49-F238E27FC236}">
              <a16:creationId xmlns:a16="http://schemas.microsoft.com/office/drawing/2014/main" id="{1DE8006E-FD16-BCBD-EE18-0BA8DC44C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e8e5ad7ac4_1_1383:notes">
            <a:extLst>
              <a:ext uri="{FF2B5EF4-FFF2-40B4-BE49-F238E27FC236}">
                <a16:creationId xmlns:a16="http://schemas.microsoft.com/office/drawing/2014/main" id="{B70B9871-F061-E0A4-487B-391F2742C4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2e8e5ad7ac4_1_1383:notes">
            <a:extLst>
              <a:ext uri="{FF2B5EF4-FFF2-40B4-BE49-F238E27FC236}">
                <a16:creationId xmlns:a16="http://schemas.microsoft.com/office/drawing/2014/main" id="{D23F24E7-F8A9-21EC-CCBE-5C050C4C9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5687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e8e5ad7ac4_1_1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1" name="Google Shape;371;g2e8e5ad7ac4_1_1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9C6FAD54-BF7E-457F-6AA3-E5B4DD586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e8e5ad7ac4_1_1232:notes">
            <a:extLst>
              <a:ext uri="{FF2B5EF4-FFF2-40B4-BE49-F238E27FC236}">
                <a16:creationId xmlns:a16="http://schemas.microsoft.com/office/drawing/2014/main" id="{4A2FFA67-2A9A-4BD2-8A3D-2EB114253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1" name="Google Shape;371;g2e8e5ad7ac4_1_1232:notes">
            <a:extLst>
              <a:ext uri="{FF2B5EF4-FFF2-40B4-BE49-F238E27FC236}">
                <a16:creationId xmlns:a16="http://schemas.microsoft.com/office/drawing/2014/main" id="{9D9AF7A1-D05C-1148-2768-7EC36F8DA1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8157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8e5ad7ac4_1_1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3" name="Google Shape;343;g2e8e5ad7ac4_1_1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e8e5ad7ac4_1_1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g2e8e5ad7ac4_1_1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9E8DC4FE-5C15-8664-DD09-1DD3180D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8e5ad7ac4_1_1208:notes">
            <a:extLst>
              <a:ext uri="{FF2B5EF4-FFF2-40B4-BE49-F238E27FC236}">
                <a16:creationId xmlns:a16="http://schemas.microsoft.com/office/drawing/2014/main" id="{0038AB48-C9C0-633D-7E2A-F7147F7349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3" name="Google Shape;343;g2e8e5ad7ac4_1_1208:notes">
            <a:extLst>
              <a:ext uri="{FF2B5EF4-FFF2-40B4-BE49-F238E27FC236}">
                <a16:creationId xmlns:a16="http://schemas.microsoft.com/office/drawing/2014/main" id="{2D0FB3FA-05B3-AAA0-D5D1-65635FE43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66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 1">
  <p:cSld name="TITLE_1">
    <p:bg>
      <p:bgPr>
        <a:solidFill>
          <a:srgbClr val="E8E3D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8330" y="403365"/>
            <a:ext cx="1076958" cy="8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263" y="4337565"/>
            <a:ext cx="2635477" cy="5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0579" y="4002409"/>
            <a:ext cx="1076975" cy="67602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2259000" y="1957025"/>
            <a:ext cx="4626000" cy="855300"/>
          </a:xfrm>
          <a:prstGeom prst="rect">
            <a:avLst/>
          </a:prstGeom>
          <a:solidFill>
            <a:srgbClr val="F5FA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50"/>
              <a:buFont typeface="Urbanist Black"/>
              <a:buNone/>
              <a:defRPr sz="425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- TITRE en annonce">
  <p:cSld name="TITLE_AND_BODY_1">
    <p:bg>
      <p:bgPr>
        <a:solidFill>
          <a:srgbClr val="E8E3D4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- TITRE en annonce 1">
  <p:cSld name="TITLE_AND_BODY_2">
    <p:bg>
      <p:bgPr>
        <a:solidFill>
          <a:srgbClr val="E8E3D4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- TITRE en annonce 2">
  <p:cSld name="TITLE_AND_BODY_3">
    <p:bg>
      <p:bgPr>
        <a:solidFill>
          <a:srgbClr val="E8E3D4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aragraphe - TITRE en annonce">
  <p:cSld name="TITLE_AND_BODY_1_1">
    <p:bg>
      <p:bgPr>
        <a:solidFill>
          <a:srgbClr val="E8E3D4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6999900" cy="30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aragraphe - TITRE en annonce 1">
  <p:cSld name="TITLE_AND_BODY_1_2">
    <p:bg>
      <p:bgPr>
        <a:solidFill>
          <a:srgbClr val="E8E3D4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6999900" cy="30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annonce">
  <p:cSld name="TITLE_AND_BODY_4">
    <p:bg>
      <p:bgPr>
        <a:solidFill>
          <a:srgbClr val="E8E3D4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rappel">
  <p:cSld name="TITLE_AND_TWO_COLUMNS_1">
    <p:bg>
      <p:bgPr>
        <a:solidFill>
          <a:srgbClr val="E8E3D4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buNone/>
              <a:defRPr/>
            </a:lvl1pPr>
            <a:lvl2pPr lvl="1" algn="l" rtl="0">
              <a:buNone/>
              <a:defRPr/>
            </a:lvl2pPr>
            <a:lvl3pPr lvl="2" algn="l" rtl="0">
              <a:buNone/>
              <a:defRPr/>
            </a:lvl3pPr>
            <a:lvl4pPr lvl="3" algn="l" rtl="0">
              <a:buNone/>
              <a:defRPr/>
            </a:lvl4pPr>
            <a:lvl5pPr lvl="4" algn="l" rtl="0">
              <a:buNone/>
              <a:defRPr/>
            </a:lvl5pPr>
            <a:lvl6pPr lvl="5" algn="l" rtl="0">
              <a:buNone/>
              <a:defRPr/>
            </a:lvl6pPr>
            <a:lvl7pPr lvl="6" algn="l" rtl="0">
              <a:buNone/>
              <a:defRPr/>
            </a:lvl7pPr>
            <a:lvl8pPr lvl="7" algn="l" rtl="0">
              <a:buNone/>
              <a:defRPr/>
            </a:lvl8pPr>
            <a:lvl9pPr lvl="8" algn="l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-87550" y="238562"/>
            <a:ext cx="2847600" cy="3693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subTitle" idx="1"/>
          </p:nvPr>
        </p:nvSpPr>
        <p:spPr>
          <a:xfrm>
            <a:off x="1022550" y="8520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2"/>
          </p:nvPr>
        </p:nvSpPr>
        <p:spPr>
          <a:xfrm>
            <a:off x="1037400" y="1415425"/>
            <a:ext cx="7076100" cy="13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3"/>
          </p:nvPr>
        </p:nvSpPr>
        <p:spPr>
          <a:xfrm>
            <a:off x="1045350" y="3488624"/>
            <a:ext cx="7076100" cy="14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4"/>
          </p:nvPr>
        </p:nvSpPr>
        <p:spPr>
          <a:xfrm>
            <a:off x="1029975" y="2925230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annonce 1">
  <p:cSld name="TITLE_AND_BODY_5">
    <p:bg>
      <p:bgPr>
        <a:solidFill>
          <a:srgbClr val="E8E3D4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rappel 1">
  <p:cSld name="TITLE_AND_TWO_COLUMNS_2">
    <p:bg>
      <p:bgPr>
        <a:solidFill>
          <a:srgbClr val="E8E3D4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buNone/>
              <a:defRPr/>
            </a:lvl1pPr>
            <a:lvl2pPr lvl="1" algn="l" rtl="0">
              <a:buNone/>
              <a:defRPr/>
            </a:lvl2pPr>
            <a:lvl3pPr lvl="2" algn="l" rtl="0">
              <a:buNone/>
              <a:defRPr/>
            </a:lvl3pPr>
            <a:lvl4pPr lvl="3" algn="l" rtl="0">
              <a:buNone/>
              <a:defRPr/>
            </a:lvl4pPr>
            <a:lvl5pPr lvl="4" algn="l" rtl="0">
              <a:buNone/>
              <a:defRPr/>
            </a:lvl5pPr>
            <a:lvl6pPr lvl="5" algn="l" rtl="0">
              <a:buNone/>
              <a:defRPr/>
            </a:lvl6pPr>
            <a:lvl7pPr lvl="6" algn="l" rtl="0">
              <a:buNone/>
              <a:defRPr/>
            </a:lvl7pPr>
            <a:lvl8pPr lvl="7" algn="l" rtl="0">
              <a:buNone/>
              <a:defRPr/>
            </a:lvl8pPr>
            <a:lvl9pPr lvl="8" algn="l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-87550" y="238562"/>
            <a:ext cx="2847600" cy="3693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1022550" y="8520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2"/>
          </p:nvPr>
        </p:nvSpPr>
        <p:spPr>
          <a:xfrm>
            <a:off x="1037400" y="1415425"/>
            <a:ext cx="7076100" cy="13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3"/>
          </p:nvPr>
        </p:nvSpPr>
        <p:spPr>
          <a:xfrm>
            <a:off x="1045350" y="3488624"/>
            <a:ext cx="7076100" cy="14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ubTitle" idx="4"/>
          </p:nvPr>
        </p:nvSpPr>
        <p:spPr>
          <a:xfrm>
            <a:off x="1029975" y="2925230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- TITRE en annonce 3">
  <p:cSld name="TITLE_AND_BODY_6">
    <p:bg>
      <p:bgPr>
        <a:solidFill>
          <a:srgbClr val="E8E3D4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E8E3D4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8330" y="403365"/>
            <a:ext cx="1076958" cy="8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263" y="4337565"/>
            <a:ext cx="2635477" cy="5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0579" y="4002409"/>
            <a:ext cx="1076975" cy="67602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2259000" y="1957025"/>
            <a:ext cx="4626000" cy="855300"/>
          </a:xfrm>
          <a:prstGeom prst="rect">
            <a:avLst/>
          </a:prstGeom>
          <a:solidFill>
            <a:srgbClr val="F5FA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50"/>
              <a:buFont typeface="Urbanist Black"/>
              <a:buNone/>
              <a:defRPr sz="425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SECTION_HEADER">
    <p:bg>
      <p:bgPr>
        <a:solidFill>
          <a:srgbClr val="E8E3D4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2259000" y="1957025"/>
            <a:ext cx="4626000" cy="855300"/>
          </a:xfrm>
          <a:prstGeom prst="rect">
            <a:avLst/>
          </a:prstGeom>
          <a:solidFill>
            <a:srgbClr val="F5FA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50"/>
              <a:buFont typeface="Urbanist Black"/>
              <a:buNone/>
              <a:defRPr sz="425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annonce" type="tx">
  <p:cSld name="TITLE_AND_BODY">
    <p:bg>
      <p:bgPr>
        <a:solidFill>
          <a:srgbClr val="E8E3D4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7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aragraphe - TITRE en annonce">
  <p:cSld name="TITLE_AND_BODY_1">
    <p:bg>
      <p:bgPr>
        <a:solidFill>
          <a:srgbClr val="E8E3D4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6999900" cy="30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nnes - TITRE en annonce">
  <p:cSld name="TITLE_AND_BODY_1_1">
    <p:bg>
      <p:bgPr>
        <a:solidFill>
          <a:srgbClr val="E8E3D4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9"/>
          <p:cNvSpPr txBox="1">
            <a:spLocks noGrp="1"/>
          </p:cNvSpPr>
          <p:nvPr>
            <p:ph type="body" idx="2"/>
          </p:nvPr>
        </p:nvSpPr>
        <p:spPr>
          <a:xfrm>
            <a:off x="1037400" y="1725452"/>
            <a:ext cx="3400500" cy="31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body" idx="3"/>
          </p:nvPr>
        </p:nvSpPr>
        <p:spPr>
          <a:xfrm>
            <a:off x="4715700" y="1725452"/>
            <a:ext cx="3400500" cy="31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nnes - Image - TITRE en annonce">
  <p:cSld name="TITLE_AND_BODY_1_1_1">
    <p:bg>
      <p:bgPr>
        <a:solidFill>
          <a:srgbClr val="E8E3D4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0"/>
          <p:cNvSpPr txBox="1">
            <a:spLocks noGrp="1"/>
          </p:cNvSpPr>
          <p:nvPr>
            <p:ph type="body" idx="2"/>
          </p:nvPr>
        </p:nvSpPr>
        <p:spPr>
          <a:xfrm>
            <a:off x="1037400" y="1725452"/>
            <a:ext cx="3400500" cy="31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65" name="Google Shape;165;p30"/>
          <p:cNvSpPr>
            <a:spLocks noGrp="1"/>
          </p:cNvSpPr>
          <p:nvPr>
            <p:ph type="pic" idx="3"/>
          </p:nvPr>
        </p:nvSpPr>
        <p:spPr>
          <a:xfrm>
            <a:off x="4715850" y="1725450"/>
            <a:ext cx="3400500" cy="313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rappel" type="twoColTx">
  <p:cSld name="TITLE_AND_TWO_COLUMNS">
    <p:bg>
      <p:bgPr>
        <a:solidFill>
          <a:srgbClr val="E8E3D4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buNone/>
              <a:defRPr/>
            </a:lvl1pPr>
            <a:lvl2pPr lvl="1" algn="l" rtl="0">
              <a:buNone/>
              <a:defRPr/>
            </a:lvl2pPr>
            <a:lvl3pPr lvl="2" algn="l" rtl="0">
              <a:buNone/>
              <a:defRPr/>
            </a:lvl3pPr>
            <a:lvl4pPr lvl="3" algn="l" rtl="0">
              <a:buNone/>
              <a:defRPr/>
            </a:lvl4pPr>
            <a:lvl5pPr lvl="4" algn="l" rtl="0">
              <a:buNone/>
              <a:defRPr/>
            </a:lvl5pPr>
            <a:lvl6pPr lvl="5" algn="l" rtl="0">
              <a:buNone/>
              <a:defRPr/>
            </a:lvl6pPr>
            <a:lvl7pPr lvl="6" algn="l" rtl="0">
              <a:buNone/>
              <a:defRPr/>
            </a:lvl7pPr>
            <a:lvl8pPr lvl="7" algn="l" rtl="0">
              <a:buNone/>
              <a:defRPr/>
            </a:lvl8pPr>
            <a:lvl9pPr lvl="8" algn="l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68" name="Google Shape;16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-87550" y="238562"/>
            <a:ext cx="2847600" cy="3693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subTitle" idx="1"/>
          </p:nvPr>
        </p:nvSpPr>
        <p:spPr>
          <a:xfrm>
            <a:off x="1022550" y="8520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body" idx="2"/>
          </p:nvPr>
        </p:nvSpPr>
        <p:spPr>
          <a:xfrm>
            <a:off x="1037400" y="1415425"/>
            <a:ext cx="7076100" cy="13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body" idx="3"/>
          </p:nvPr>
        </p:nvSpPr>
        <p:spPr>
          <a:xfrm>
            <a:off x="1045350" y="3488624"/>
            <a:ext cx="7076100" cy="14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subTitle" idx="4"/>
          </p:nvPr>
        </p:nvSpPr>
        <p:spPr>
          <a:xfrm>
            <a:off x="1029975" y="2925230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aragraphe - TITRE en rappel">
  <p:cSld name="TITLE_AND_TWO_COLUMNS_1">
    <p:bg>
      <p:bgPr>
        <a:solidFill>
          <a:srgbClr val="E8E3D4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buNone/>
              <a:defRPr/>
            </a:lvl1pPr>
            <a:lvl2pPr lvl="1" algn="l" rtl="0">
              <a:buNone/>
              <a:defRPr/>
            </a:lvl2pPr>
            <a:lvl3pPr lvl="2" algn="l" rtl="0">
              <a:buNone/>
              <a:defRPr/>
            </a:lvl3pPr>
            <a:lvl4pPr lvl="3" algn="l" rtl="0">
              <a:buNone/>
              <a:defRPr/>
            </a:lvl4pPr>
            <a:lvl5pPr lvl="4" algn="l" rtl="0">
              <a:buNone/>
              <a:defRPr/>
            </a:lvl5pPr>
            <a:lvl6pPr lvl="5" algn="l" rtl="0">
              <a:buNone/>
              <a:defRPr/>
            </a:lvl6pPr>
            <a:lvl7pPr lvl="6" algn="l" rtl="0">
              <a:buNone/>
              <a:defRPr/>
            </a:lvl7pPr>
            <a:lvl8pPr lvl="7" algn="l" rtl="0">
              <a:buNone/>
              <a:defRPr/>
            </a:lvl8pPr>
            <a:lvl9pPr lvl="8" algn="l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6" name="Google Shape;176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2"/>
          <p:cNvSpPr txBox="1">
            <a:spLocks noGrp="1"/>
          </p:cNvSpPr>
          <p:nvPr>
            <p:ph type="title"/>
          </p:nvPr>
        </p:nvSpPr>
        <p:spPr>
          <a:xfrm>
            <a:off x="-87550" y="238562"/>
            <a:ext cx="2847600" cy="3693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>
            <a:endParaRPr/>
          </a:p>
        </p:txBody>
      </p:sp>
      <p:sp>
        <p:nvSpPr>
          <p:cNvPr id="178" name="Google Shape;178;p32"/>
          <p:cNvSpPr txBox="1">
            <a:spLocks noGrp="1"/>
          </p:cNvSpPr>
          <p:nvPr>
            <p:ph type="subTitle" idx="1"/>
          </p:nvPr>
        </p:nvSpPr>
        <p:spPr>
          <a:xfrm>
            <a:off x="1022550" y="8520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2"/>
          </p:nvPr>
        </p:nvSpPr>
        <p:spPr>
          <a:xfrm>
            <a:off x="1037400" y="1415425"/>
            <a:ext cx="7076100" cy="32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nnes - Image - TITRE en rappel">
  <p:cSld name="MAIN_POINT">
    <p:bg>
      <p:bgPr>
        <a:solidFill>
          <a:srgbClr val="E8E3D4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2" name="Google Shape;182;p33"/>
          <p:cNvSpPr txBox="1">
            <a:spLocks noGrp="1"/>
          </p:cNvSpPr>
          <p:nvPr>
            <p:ph type="subTitle" idx="1"/>
          </p:nvPr>
        </p:nvSpPr>
        <p:spPr>
          <a:xfrm>
            <a:off x="1022550" y="8520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33"/>
          <p:cNvSpPr txBox="1">
            <a:spLocks noGrp="1"/>
          </p:cNvSpPr>
          <p:nvPr>
            <p:ph type="body" idx="2"/>
          </p:nvPr>
        </p:nvSpPr>
        <p:spPr>
          <a:xfrm>
            <a:off x="1037400" y="1415425"/>
            <a:ext cx="3400500" cy="31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84" name="Google Shape;184;p33"/>
          <p:cNvSpPr txBox="1">
            <a:spLocks noGrp="1"/>
          </p:cNvSpPr>
          <p:nvPr>
            <p:ph type="title"/>
          </p:nvPr>
        </p:nvSpPr>
        <p:spPr>
          <a:xfrm>
            <a:off x="-87550" y="238562"/>
            <a:ext cx="2847600" cy="3693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>
            <a:endParaRPr/>
          </a:p>
        </p:txBody>
      </p:sp>
      <p:pic>
        <p:nvPicPr>
          <p:cNvPr id="185" name="Google Shape;18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>
            <a:spLocks noGrp="1"/>
          </p:cNvSpPr>
          <p:nvPr>
            <p:ph type="pic" idx="3"/>
          </p:nvPr>
        </p:nvSpPr>
        <p:spPr>
          <a:xfrm>
            <a:off x="4868250" y="1415425"/>
            <a:ext cx="3400500" cy="313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nnes - TITRE en rappel">
  <p:cSld name="MAIN_POINT_2">
    <p:bg>
      <p:bgPr>
        <a:solidFill>
          <a:srgbClr val="E8E3D4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subTitle" idx="1"/>
          </p:nvPr>
        </p:nvSpPr>
        <p:spPr>
          <a:xfrm>
            <a:off x="1022550" y="8520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34"/>
          <p:cNvSpPr txBox="1">
            <a:spLocks noGrp="1"/>
          </p:cNvSpPr>
          <p:nvPr>
            <p:ph type="body" idx="2"/>
          </p:nvPr>
        </p:nvSpPr>
        <p:spPr>
          <a:xfrm>
            <a:off x="1037400" y="1415425"/>
            <a:ext cx="3400500" cy="31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91" name="Google Shape;191;p34"/>
          <p:cNvSpPr txBox="1">
            <a:spLocks noGrp="1"/>
          </p:cNvSpPr>
          <p:nvPr>
            <p:ph type="title"/>
          </p:nvPr>
        </p:nvSpPr>
        <p:spPr>
          <a:xfrm>
            <a:off x="-87550" y="238562"/>
            <a:ext cx="2847600" cy="3693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>
            <a:endParaRPr/>
          </a:p>
        </p:txBody>
      </p:sp>
      <p:pic>
        <p:nvPicPr>
          <p:cNvPr id="192" name="Google Shape;192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>
            <a:spLocks noGrp="1"/>
          </p:cNvSpPr>
          <p:nvPr>
            <p:ph type="body" idx="3"/>
          </p:nvPr>
        </p:nvSpPr>
        <p:spPr>
          <a:xfrm>
            <a:off x="4868250" y="1415425"/>
            <a:ext cx="3400500" cy="31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onnes avec Intitulé - TITRE en rappel">
  <p:cSld name="MAIN_POINT_1">
    <p:bg>
      <p:bgPr>
        <a:solidFill>
          <a:srgbClr val="E8E3D4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6" name="Google Shape;196;p35"/>
          <p:cNvSpPr txBox="1">
            <a:spLocks noGrp="1"/>
          </p:cNvSpPr>
          <p:nvPr>
            <p:ph type="subTitle" idx="1"/>
          </p:nvPr>
        </p:nvSpPr>
        <p:spPr>
          <a:xfrm>
            <a:off x="1022550" y="8520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35"/>
          <p:cNvSpPr txBox="1">
            <a:spLocks noGrp="1"/>
          </p:cNvSpPr>
          <p:nvPr>
            <p:ph type="body" idx="2"/>
          </p:nvPr>
        </p:nvSpPr>
        <p:spPr>
          <a:xfrm>
            <a:off x="1037400" y="2036975"/>
            <a:ext cx="3400500" cy="25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98" name="Google Shape;198;p35"/>
          <p:cNvSpPr txBox="1">
            <a:spLocks noGrp="1"/>
          </p:cNvSpPr>
          <p:nvPr>
            <p:ph type="title"/>
          </p:nvPr>
        </p:nvSpPr>
        <p:spPr>
          <a:xfrm>
            <a:off x="-87550" y="238562"/>
            <a:ext cx="2847600" cy="3693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>
            <a:endParaRPr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5"/>
          <p:cNvSpPr txBox="1">
            <a:spLocks noGrp="1"/>
          </p:cNvSpPr>
          <p:nvPr>
            <p:ph type="body" idx="3"/>
          </p:nvPr>
        </p:nvSpPr>
        <p:spPr>
          <a:xfrm>
            <a:off x="1037400" y="1479250"/>
            <a:ext cx="34005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01" name="Google Shape;201;p35"/>
          <p:cNvSpPr txBox="1">
            <a:spLocks noGrp="1"/>
          </p:cNvSpPr>
          <p:nvPr>
            <p:ph type="body" idx="4"/>
          </p:nvPr>
        </p:nvSpPr>
        <p:spPr>
          <a:xfrm>
            <a:off x="4999800" y="2036975"/>
            <a:ext cx="3400500" cy="25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02" name="Google Shape;202;p35"/>
          <p:cNvSpPr txBox="1">
            <a:spLocks noGrp="1"/>
          </p:cNvSpPr>
          <p:nvPr>
            <p:ph type="body" idx="5"/>
          </p:nvPr>
        </p:nvSpPr>
        <p:spPr>
          <a:xfrm>
            <a:off x="4999800" y="1479250"/>
            <a:ext cx="34005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rrière-plan simple" type="blank">
  <p:cSld name="BLANK">
    <p:bg>
      <p:bgPr>
        <a:solidFill>
          <a:srgbClr val="E8E3D4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6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annonce 1">
  <p:cSld name="TITLE_AND_BODY_2">
    <p:bg>
      <p:bgPr>
        <a:solidFill>
          <a:srgbClr val="E8E3D4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8" name="Google Shape;208;p37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7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211" name="Google Shape;21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7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annonce 1 1">
  <p:cSld name="TITLE_AND_BODY_5">
    <p:bg>
      <p:bgPr>
        <a:solidFill>
          <a:srgbClr val="E8E3D4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6" name="Google Shape;216;p38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8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38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219" name="Google Shape;219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8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21" name="Google Shape;221;p38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 1">
  <p:cSld name="TITLE_1">
    <p:bg>
      <p:bgPr>
        <a:solidFill>
          <a:srgbClr val="E8E3D4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8330" y="403365"/>
            <a:ext cx="1076958" cy="8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263" y="4337565"/>
            <a:ext cx="2635477" cy="5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0579" y="4002409"/>
            <a:ext cx="1076975" cy="67602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9"/>
          <p:cNvSpPr txBox="1">
            <a:spLocks noGrp="1"/>
          </p:cNvSpPr>
          <p:nvPr>
            <p:ph type="title"/>
          </p:nvPr>
        </p:nvSpPr>
        <p:spPr>
          <a:xfrm>
            <a:off x="2259000" y="1957025"/>
            <a:ext cx="4626000" cy="855300"/>
          </a:xfrm>
          <a:prstGeom prst="rect">
            <a:avLst/>
          </a:prstGeom>
          <a:solidFill>
            <a:srgbClr val="F5FA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50"/>
              <a:buFont typeface="Urbanist Black"/>
              <a:buNone/>
              <a:defRPr sz="425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annonce 1 2">
  <p:cSld name="TITLE_AND_BODY_5_1">
    <p:bg>
      <p:bgPr>
        <a:solidFill>
          <a:srgbClr val="E8E3D4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l" rtl="0">
              <a:buNone/>
              <a:defRPr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9" name="Google Shape;229;p40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40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40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232" name="Google Shape;232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0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34" name="Google Shape;234;p40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- TITRE en annonce 2">
  <p:cSld name="TITLE_AND_BODY_3">
    <p:bg>
      <p:bgPr>
        <a:solidFill>
          <a:srgbClr val="E8E3D4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37" name="Google Shape;237;p41"/>
          <p:cNvSpPr txBox="1">
            <a:spLocks noGrp="1"/>
          </p:cNvSpPr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41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41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240" name="Google Shape;240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1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42" name="Google Shape;242;p41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aragraphe - TITRE en annonce 1">
  <p:cSld name="TITLE_AND_BODY_1_1_2">
    <p:bg>
      <p:bgPr>
        <a:solidFill>
          <a:srgbClr val="E8E3D4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42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246" name="Google Shape;246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2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6999900" cy="30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aragraphe - TITRE en annonce 1">
  <p:cSld name="TITLE_AND_BODY_1_2">
    <p:bg>
      <p:bgPr>
        <a:solidFill>
          <a:srgbClr val="E8E3D4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3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251" name="Google Shape;251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3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6999900" cy="30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annonce 1">
  <p:cSld name="TITLE_AND_BODY_4">
    <p:bg>
      <p:bgPr>
        <a:solidFill>
          <a:srgbClr val="E8E3D4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44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44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258" name="Google Shape;258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4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60" name="Google Shape;260;p44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annonce 2">
  <p:cSld name="TITLE_AND_BODY_3_1">
    <p:bg>
      <p:bgPr>
        <a:solidFill>
          <a:srgbClr val="E8E3D4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63" name="Google Shape;263;p45"/>
          <p:cNvSpPr txBox="1">
            <a:spLocks noGrp="1"/>
          </p:cNvSpPr>
          <p:nvPr>
            <p:ph type="title"/>
          </p:nvPr>
        </p:nvSpPr>
        <p:spPr>
          <a:xfrm>
            <a:off x="10225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45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45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266" name="Google Shape;266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5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68" name="Google Shape;268;p45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aragraphes - TITRE en rappel 1">
  <p:cSld name="TITLE_AND_TWO_COLUMNS_1_1">
    <p:bg>
      <p:bgPr>
        <a:solidFill>
          <a:srgbClr val="E8E3D4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6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71" name="Google Shape;271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6"/>
          <p:cNvSpPr txBox="1">
            <a:spLocks noGrp="1"/>
          </p:cNvSpPr>
          <p:nvPr>
            <p:ph type="title"/>
          </p:nvPr>
        </p:nvSpPr>
        <p:spPr>
          <a:xfrm>
            <a:off x="-87550" y="238562"/>
            <a:ext cx="2847600" cy="3693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Black"/>
              <a:buNone/>
              <a:defRPr sz="1200">
                <a:latin typeface="Urbanist Black"/>
                <a:ea typeface="Urbanist Black"/>
                <a:cs typeface="Urbanist Black"/>
                <a:sym typeface="Urbanist Black"/>
              </a:defRPr>
            </a:lvl9pPr>
          </a:lstStyle>
          <a:p>
            <a:endParaRPr/>
          </a:p>
        </p:txBody>
      </p:sp>
      <p:sp>
        <p:nvSpPr>
          <p:cNvPr id="273" name="Google Shape;273;p46"/>
          <p:cNvSpPr txBox="1">
            <a:spLocks noGrp="1"/>
          </p:cNvSpPr>
          <p:nvPr>
            <p:ph type="subTitle" idx="1"/>
          </p:nvPr>
        </p:nvSpPr>
        <p:spPr>
          <a:xfrm>
            <a:off x="1022550" y="8520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46"/>
          <p:cNvSpPr txBox="1">
            <a:spLocks noGrp="1"/>
          </p:cNvSpPr>
          <p:nvPr>
            <p:ph type="body" idx="2"/>
          </p:nvPr>
        </p:nvSpPr>
        <p:spPr>
          <a:xfrm>
            <a:off x="1037400" y="1415425"/>
            <a:ext cx="707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75" name="Google Shape;275;p46"/>
          <p:cNvSpPr txBox="1">
            <a:spLocks noGrp="1"/>
          </p:cNvSpPr>
          <p:nvPr>
            <p:ph type="body" idx="3"/>
          </p:nvPr>
        </p:nvSpPr>
        <p:spPr>
          <a:xfrm>
            <a:off x="1045350" y="3488624"/>
            <a:ext cx="7076100" cy="14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76" name="Google Shape;276;p46"/>
          <p:cNvSpPr txBox="1">
            <a:spLocks noGrp="1"/>
          </p:cNvSpPr>
          <p:nvPr>
            <p:ph type="subTitle" idx="4"/>
          </p:nvPr>
        </p:nvSpPr>
        <p:spPr>
          <a:xfrm>
            <a:off x="1029975" y="2925230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- TITRE en annonce">
  <p:cSld name="TITLE_AND_BODY_6">
    <p:bg>
      <p:bgPr>
        <a:solidFill>
          <a:srgbClr val="E8E3D4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>
            <a:spLocks noGrp="1"/>
          </p:cNvSpPr>
          <p:nvPr>
            <p:ph type="sldNum" idx="12"/>
          </p:nvPr>
        </p:nvSpPr>
        <p:spPr>
          <a:xfrm>
            <a:off x="10243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79" name="Google Shape;279;p47"/>
          <p:cNvSpPr txBox="1">
            <a:spLocks noGrp="1"/>
          </p:cNvSpPr>
          <p:nvPr>
            <p:ph type="title"/>
          </p:nvPr>
        </p:nvSpPr>
        <p:spPr>
          <a:xfrm>
            <a:off x="1098750" y="313175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Black"/>
              <a:buNone/>
              <a:defRPr sz="23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47"/>
          <p:cNvSpPr txBox="1">
            <a:spLocks noGrp="1"/>
          </p:cNvSpPr>
          <p:nvPr>
            <p:ph type="subTitle" idx="1"/>
          </p:nvPr>
        </p:nvSpPr>
        <p:spPr>
          <a:xfrm>
            <a:off x="1022550" y="11568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47"/>
          <p:cNvSpPr txBox="1">
            <a:spLocks noGrp="1"/>
          </p:cNvSpPr>
          <p:nvPr>
            <p:ph type="body" idx="2"/>
          </p:nvPr>
        </p:nvSpPr>
        <p:spPr>
          <a:xfrm>
            <a:off x="1037400" y="1720225"/>
            <a:ext cx="70761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pic>
        <p:nvPicPr>
          <p:cNvPr id="282" name="Google Shape;282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8275" y="4547775"/>
            <a:ext cx="443325" cy="4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7"/>
          <p:cNvSpPr txBox="1">
            <a:spLocks noGrp="1"/>
          </p:cNvSpPr>
          <p:nvPr>
            <p:ph type="body" idx="3"/>
          </p:nvPr>
        </p:nvSpPr>
        <p:spPr>
          <a:xfrm>
            <a:off x="1045346" y="3604725"/>
            <a:ext cx="7076100" cy="11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284" name="Google Shape;284;p47"/>
          <p:cNvSpPr txBox="1">
            <a:spLocks noGrp="1"/>
          </p:cNvSpPr>
          <p:nvPr>
            <p:ph type="subTitle" idx="4"/>
          </p:nvPr>
        </p:nvSpPr>
        <p:spPr>
          <a:xfrm>
            <a:off x="1029975" y="3041325"/>
            <a:ext cx="1825200" cy="4617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Black"/>
              <a:buNone/>
              <a:defRPr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hyperlink" Target="https://francetravail.io/" TargetMode="External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hyperlink" Target="https://www.jobintree.com/" TargetMode="External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9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8"/>
          <p:cNvSpPr/>
          <p:nvPr/>
        </p:nvSpPr>
        <p:spPr>
          <a:xfrm>
            <a:off x="837150" y="2134350"/>
            <a:ext cx="7400700" cy="818400"/>
          </a:xfrm>
          <a:prstGeom prst="rect">
            <a:avLst/>
          </a:prstGeom>
          <a:solidFill>
            <a:srgbClr val="26DBE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8"/>
          <p:cNvSpPr txBox="1">
            <a:spLocks noGrp="1"/>
          </p:cNvSpPr>
          <p:nvPr>
            <p:ph type="title"/>
          </p:nvPr>
        </p:nvSpPr>
        <p:spPr>
          <a:xfrm>
            <a:off x="906150" y="2059384"/>
            <a:ext cx="7400700" cy="818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" dirty="0"/>
              <a:t>Job </a:t>
            </a:r>
            <a:r>
              <a:rPr lang="fr" err="1"/>
              <a:t>Market</a:t>
            </a:r>
            <a:endParaRPr lang="fr-FR"/>
          </a:p>
        </p:txBody>
      </p:sp>
      <p:sp>
        <p:nvSpPr>
          <p:cNvPr id="4" name="Google Shape;345;p52">
            <a:extLst>
              <a:ext uri="{FF2B5EF4-FFF2-40B4-BE49-F238E27FC236}">
                <a16:creationId xmlns:a16="http://schemas.microsoft.com/office/drawing/2014/main" id="{BC037CFD-ACEB-D148-64A8-2672C658F708}"/>
              </a:ext>
            </a:extLst>
          </p:cNvPr>
          <p:cNvSpPr txBox="1">
            <a:spLocks/>
          </p:cNvSpPr>
          <p:nvPr/>
        </p:nvSpPr>
        <p:spPr>
          <a:xfrm>
            <a:off x="2343029" y="1116169"/>
            <a:ext cx="4524805" cy="478159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Urbanist Black"/>
              <a:buNone/>
              <a:defRPr sz="4250" b="0" i="0" u="none" strike="noStrike" cap="none"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800" dirty="0"/>
              <a:t>Cursus Data </a:t>
            </a:r>
            <a:r>
              <a:rPr lang="fr-FR" sz="1800" dirty="0" err="1"/>
              <a:t>Engineer</a:t>
            </a:r>
            <a:r>
              <a:rPr lang="fr-FR" sz="1800" dirty="0"/>
              <a:t> – Juil 24 Continu</a:t>
            </a:r>
            <a:endParaRPr lang="fr-FR" dirty="0"/>
          </a:p>
        </p:txBody>
      </p:sp>
      <p:sp>
        <p:nvSpPr>
          <p:cNvPr id="5" name="Google Shape;345;p52">
            <a:extLst>
              <a:ext uri="{FF2B5EF4-FFF2-40B4-BE49-F238E27FC236}">
                <a16:creationId xmlns:a16="http://schemas.microsoft.com/office/drawing/2014/main" id="{878E75FA-E0EF-1BFD-E595-8065066952B7}"/>
              </a:ext>
            </a:extLst>
          </p:cNvPr>
          <p:cNvSpPr txBox="1">
            <a:spLocks/>
          </p:cNvSpPr>
          <p:nvPr/>
        </p:nvSpPr>
        <p:spPr>
          <a:xfrm>
            <a:off x="2849420" y="3365997"/>
            <a:ext cx="3446913" cy="420286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Urbanist Black"/>
              <a:buNone/>
              <a:defRPr sz="4250" b="0" i="0" u="none" strike="noStrike" cap="none">
                <a:solidFill>
                  <a:schemeClr val="dk1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600" dirty="0"/>
              <a:t>David Libert – Franck Martin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7C76DE42-57FF-3B20-9973-DB946468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3">
            <a:extLst>
              <a:ext uri="{FF2B5EF4-FFF2-40B4-BE49-F238E27FC236}">
                <a16:creationId xmlns:a16="http://schemas.microsoft.com/office/drawing/2014/main" id="{C41672B7-A2AE-203A-3E7A-62F767958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4167" y="204167"/>
            <a:ext cx="39351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</a:t>
            </a:r>
            <a:endParaRPr lang="fr-FR" dirty="0" err="1"/>
          </a:p>
        </p:txBody>
      </p:sp>
      <p:sp>
        <p:nvSpPr>
          <p:cNvPr id="489" name="Google Shape;489;p73">
            <a:extLst>
              <a:ext uri="{FF2B5EF4-FFF2-40B4-BE49-F238E27FC236}">
                <a16:creationId xmlns:a16="http://schemas.microsoft.com/office/drawing/2014/main" id="{F968AEB2-3AF7-53BC-130A-24331778E577}"/>
              </a:ext>
            </a:extLst>
          </p:cNvPr>
          <p:cNvSpPr txBox="1"/>
          <p:nvPr/>
        </p:nvSpPr>
        <p:spPr>
          <a:xfrm>
            <a:off x="505068" y="998521"/>
            <a:ext cx="7994335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fr" sz="1200" dirty="0">
                <a:solidFill>
                  <a:schemeClr val="dk1"/>
                </a:solidFill>
                <a:latin typeface="Rubik Light"/>
              </a:rPr>
              <a:t>🔎 Job </a:t>
            </a:r>
            <a:r>
              <a:rPr lang="fr" sz="1200" err="1">
                <a:solidFill>
                  <a:schemeClr val="dk1"/>
                </a:solidFill>
                <a:latin typeface="Rubik Light"/>
              </a:rPr>
              <a:t>Market</a:t>
            </a:r>
            <a:r>
              <a:rPr lang="fr" sz="1200" dirty="0">
                <a:solidFill>
                  <a:schemeClr val="dk1"/>
                </a:solidFill>
                <a:latin typeface="Rubik Light"/>
              </a:rPr>
              <a:t> est un projet de data engineering ayant pour but de regrouper des informations sur les offres d’emploi et les compagnies qui les proposent.</a:t>
            </a:r>
            <a:endParaRPr lang="fr-FR" sz="1200">
              <a:solidFill>
                <a:schemeClr val="dk1"/>
              </a:solidFill>
              <a:latin typeface="Rubik Light"/>
            </a:endParaRPr>
          </a:p>
          <a:p>
            <a:pPr>
              <a:buClr>
                <a:schemeClr val="dk1"/>
              </a:buClr>
            </a:pPr>
            <a:endParaRPr lang="fr" sz="800" dirty="0">
              <a:solidFill>
                <a:schemeClr val="dk1"/>
              </a:solidFill>
              <a:ea typeface="Rubik Light"/>
            </a:endParaRPr>
          </a:p>
          <a:p>
            <a:endParaRPr lang="fr" sz="800" dirty="0">
              <a:solidFill>
                <a:schemeClr val="dk1"/>
              </a:solidFill>
              <a:ea typeface="Rubik Light"/>
            </a:endParaRPr>
          </a:p>
          <a:p>
            <a:pPr>
              <a:buSzPts val="1400"/>
            </a:pPr>
            <a:r>
              <a:rPr lang="fr" sz="1200" b="1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✅ </a:t>
            </a:r>
            <a:r>
              <a:rPr lang="fr" sz="1200" b="1" dirty="0">
                <a:solidFill>
                  <a:schemeClr val="dk1"/>
                </a:solidFill>
                <a:latin typeface="Rubik Light"/>
                <a:ea typeface="Rubik Light"/>
                <a:cs typeface="Rubik Light"/>
                <a:sym typeface="Rubik Light"/>
              </a:rPr>
              <a:t>Objectifs</a:t>
            </a:r>
            <a:endParaRPr lang="fr" sz="1200" b="1" dirty="0">
              <a:solidFill>
                <a:schemeClr val="dk1"/>
              </a:solidFill>
              <a:latin typeface="Rubik Light"/>
              <a:ea typeface="Rubik Light"/>
              <a:cs typeface="Rubik Light"/>
            </a:endParaRPr>
          </a:p>
          <a:p>
            <a:pPr marL="914400" lvl="1" indent="-317500">
              <a:buSzPts val="1400"/>
              <a:buFont typeface="Rubik Light"/>
              <a:buChar char="○"/>
            </a:pPr>
            <a:endParaRPr lang="fr" sz="1200" dirty="0">
              <a:solidFill>
                <a:schemeClr val="dk1"/>
              </a:solidFill>
              <a:latin typeface="Rubik Light"/>
              <a:ea typeface="Rubik Light"/>
            </a:endParaRPr>
          </a:p>
          <a:p>
            <a:pPr marL="457200" indent="-317500">
              <a:buSzPts val="1400"/>
              <a:buFont typeface="Arial"/>
              <a:buChar char="•"/>
            </a:pP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cs typeface="Rubik Light"/>
              </a:rPr>
              <a:t>Collecter et centraliser des offres d’emploi à partir de plusieurs sources</a:t>
            </a:r>
            <a:endParaRPr lang="fr" sz="1200" dirty="0">
              <a:solidFill>
                <a:schemeClr val="dk1"/>
              </a:solidFill>
              <a:latin typeface="Rubik Light"/>
              <a:ea typeface="Rubik Light"/>
            </a:endParaRPr>
          </a:p>
          <a:p>
            <a:pPr marL="914400" lvl="1" indent="-317500">
              <a:buSzPts val="1400"/>
              <a:buFont typeface="Rubik Light,Sans-Serif"/>
              <a:buChar char="○"/>
            </a:pPr>
            <a:r>
              <a:rPr lang="fr" sz="1200">
                <a:solidFill>
                  <a:schemeClr val="dk1"/>
                </a:solidFill>
                <a:latin typeface="Rubik Light"/>
                <a:cs typeface="Rubik Light"/>
              </a:rPr>
              <a:t>API France travail =&gt; </a:t>
            </a:r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https://francetravail.io/</a:t>
            </a:r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 </a:t>
            </a:r>
            <a:endParaRPr lang="en-US" sz="1200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pPr marL="914400" lvl="1" indent="-317500">
              <a:buSzPts val="1400"/>
              <a:buFont typeface="Rubik Light,Sans-Serif"/>
              <a:buChar char="○"/>
            </a:pPr>
            <a:r>
              <a:rPr lang="fr" sz="1200" dirty="0" err="1">
                <a:solidFill>
                  <a:schemeClr val="dk1"/>
                </a:solidFill>
                <a:latin typeface="Rubik Light"/>
                <a:cs typeface="Rubik Light"/>
              </a:rPr>
              <a:t>Jobintree</a:t>
            </a:r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 =&gt; </a:t>
            </a:r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https://www.jobintree.com/</a:t>
            </a:r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 </a:t>
            </a:r>
            <a:endParaRPr lang="fr" dirty="0">
              <a:solidFill>
                <a:schemeClr val="dk1"/>
              </a:solidFill>
            </a:endParaRPr>
          </a:p>
          <a:p>
            <a:pPr marL="914400" lvl="1" indent="-317500">
              <a:buSzPts val="1400"/>
              <a:buFont typeface="Rubik Light,Sans-Serif"/>
              <a:buChar char="○"/>
            </a:pPr>
            <a:endParaRPr lang="fr" sz="1200" dirty="0">
              <a:solidFill>
                <a:schemeClr val="dk1"/>
              </a:solidFill>
              <a:ea typeface="Rubik Light"/>
              <a:cs typeface="Rubik Light"/>
              <a:sym typeface="Rubik Light"/>
            </a:endParaRPr>
          </a:p>
          <a:p>
            <a:pPr marL="457200" indent="-317500">
              <a:buSzPts val="1400"/>
              <a:buFont typeface="Arial"/>
              <a:buChar char="•"/>
            </a:pP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Avoir une vue complète du marché de l’emploi :</a:t>
            </a:r>
            <a:endParaRPr lang="fr" sz="1200" dirty="0">
              <a:solidFill>
                <a:schemeClr val="dk1"/>
              </a:solidFill>
              <a:latin typeface="Rubik Light"/>
              <a:ea typeface="Rubik Light"/>
            </a:endParaRPr>
          </a:p>
          <a:p>
            <a:pPr marL="914400" lvl="1" indent="-317500"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Secteurs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"/>
              </a:rPr>
              <a:t> qui recrutent le plus</a:t>
            </a:r>
            <a:endParaRPr lang="fr" sz="1200" i="0" u="none" strike="noStrike" cap="none" dirty="0">
              <a:solidFill>
                <a:schemeClr val="dk1"/>
              </a:solidFill>
              <a:latin typeface="Rubik Light"/>
              <a:ea typeface="Rubik Light"/>
            </a:endParaRPr>
          </a:p>
          <a:p>
            <a:pPr marL="914400" lvl="1" indent="-317500">
              <a:buClr>
                <a:schemeClr val="dk1"/>
              </a:buClr>
              <a:buSzPts val="1400"/>
              <a:buFont typeface="Rubik Light"/>
              <a:buChar char="○"/>
            </a:pP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Compétences </a:t>
            </a:r>
            <a:r>
              <a:rPr lang="fr" sz="1200" i="0" u="none" strike="noStrike" cap="none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les 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plus demandées</a:t>
            </a:r>
            <a:endParaRPr lang="fr" sz="1200" i="0" u="none" strike="noStrike" cap="none" dirty="0">
              <a:solidFill>
                <a:schemeClr val="dk1"/>
              </a:solidFill>
              <a:latin typeface="Rubik Light"/>
              <a:ea typeface="Rubik Light"/>
            </a:endParaRPr>
          </a:p>
          <a:p>
            <a:pPr marL="914400" lvl="1" indent="-317500">
              <a:buClr>
                <a:schemeClr val="dk1"/>
              </a:buClr>
              <a:buSzPts val="1400"/>
              <a:buFont typeface="Rubik Light"/>
              <a:buChar char="○"/>
            </a:pPr>
            <a:endParaRPr lang="fr" sz="800" dirty="0">
              <a:solidFill>
                <a:schemeClr val="dk1"/>
              </a:solidFill>
              <a:latin typeface="Rubik Light"/>
              <a:ea typeface="Rubik Light"/>
            </a:endParaRPr>
          </a:p>
          <a:p>
            <a:pPr marL="596900" lvl="1">
              <a:buClr>
                <a:schemeClr val="dk1"/>
              </a:buClr>
              <a:buSzPts val="1400"/>
            </a:pPr>
            <a:endParaRPr lang="fr" sz="800" b="0" i="0" u="none" strike="noStrike" cap="none" dirty="0">
              <a:solidFill>
                <a:schemeClr val="dk1"/>
              </a:solidFill>
              <a:latin typeface="Rubik Light"/>
              <a:ea typeface="Rubik Light"/>
              <a:cs typeface="Rubik Light"/>
            </a:endParaRPr>
          </a:p>
          <a:p>
            <a:pPr>
              <a:buSzPts val="1400"/>
            </a:pPr>
            <a:r>
              <a:rPr lang="fr" sz="1200" b="1" dirty="0">
                <a:solidFill>
                  <a:schemeClr val="dk1"/>
                </a:solidFill>
                <a:latin typeface="Rubik Light"/>
                <a:cs typeface="Rubik Light"/>
              </a:rPr>
              <a:t>🚀 Mise en avant des compétences de Data </a:t>
            </a:r>
            <a:r>
              <a:rPr lang="fr" sz="1200" b="1" err="1">
                <a:solidFill>
                  <a:schemeClr val="dk1"/>
                </a:solidFill>
                <a:latin typeface="Rubik Light"/>
                <a:cs typeface="Rubik Light"/>
              </a:rPr>
              <a:t>Engineer</a:t>
            </a:r>
            <a:endParaRPr lang="fr" sz="1200" b="1">
              <a:solidFill>
                <a:schemeClr val="dk1"/>
              </a:solidFill>
              <a:latin typeface="Rubik Light"/>
              <a:cs typeface="Rubik Light"/>
            </a:endParaRPr>
          </a:p>
          <a:p>
            <a:pPr>
              <a:buSzPts val="1400"/>
            </a:pPr>
            <a:endParaRPr lang="fr" sz="800" b="1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pPr marL="628650" lvl="1" indent="-171450">
              <a:buFont typeface="Rubik Light"/>
              <a:buChar char="○"/>
            </a:pPr>
            <a:r>
              <a:rPr lang="fr" sz="1200" dirty="0">
                <a:solidFill>
                  <a:schemeClr val="dk1"/>
                </a:solidFill>
                <a:latin typeface="Rubik Light"/>
              </a:rPr>
              <a:t>Ingestion &amp; traitement des données</a:t>
            </a:r>
          </a:p>
          <a:p>
            <a:pPr marL="628650" lvl="1" indent="-171450">
              <a:buFont typeface="Rubik Light"/>
              <a:buChar char="○"/>
            </a:pPr>
            <a:r>
              <a:rPr lang="fr" sz="1200" dirty="0">
                <a:solidFill>
                  <a:schemeClr val="dk1"/>
                </a:solidFill>
                <a:latin typeface="Rubik Light"/>
              </a:rPr>
              <a:t>Stockage : PostgreSQL &amp; </a:t>
            </a:r>
            <a:r>
              <a:rPr lang="fr" sz="1200" err="1">
                <a:solidFill>
                  <a:schemeClr val="dk1"/>
                </a:solidFill>
                <a:latin typeface="Rubik Light"/>
              </a:rPr>
              <a:t>Elasticsearch</a:t>
            </a:r>
            <a:endParaRPr lang="fr" sz="1200">
              <a:solidFill>
                <a:schemeClr val="dk1"/>
              </a:solidFill>
              <a:latin typeface="Rubik Light"/>
            </a:endParaRPr>
          </a:p>
          <a:p>
            <a:pPr marL="628650" lvl="1" indent="-171450">
              <a:buFont typeface="Rubik Light"/>
              <a:buChar char="○"/>
            </a:pPr>
            <a:r>
              <a:rPr lang="fr" sz="1200" dirty="0">
                <a:solidFill>
                  <a:schemeClr val="dk1"/>
                </a:solidFill>
                <a:latin typeface="Rubik Light"/>
              </a:rPr>
              <a:t>Orchestration : </a:t>
            </a:r>
            <a:r>
              <a:rPr lang="fr" sz="1200" err="1">
                <a:solidFill>
                  <a:schemeClr val="dk1"/>
                </a:solidFill>
                <a:latin typeface="Rubik Light"/>
              </a:rPr>
              <a:t>Airflow</a:t>
            </a:r>
            <a:r>
              <a:rPr lang="fr" sz="1200" dirty="0">
                <a:solidFill>
                  <a:schemeClr val="dk1"/>
                </a:solidFill>
                <a:latin typeface="Rubik Light"/>
              </a:rPr>
              <a:t> &amp; </a:t>
            </a:r>
            <a:r>
              <a:rPr lang="fr" sz="1200" err="1">
                <a:solidFill>
                  <a:schemeClr val="dk1"/>
                </a:solidFill>
                <a:latin typeface="Rubik Light"/>
              </a:rPr>
              <a:t>Celery</a:t>
            </a:r>
            <a:endParaRPr lang="fr" sz="1200" dirty="0" err="1">
              <a:solidFill>
                <a:schemeClr val="dk1"/>
              </a:solidFill>
              <a:latin typeface="Rubik Light"/>
            </a:endParaRPr>
          </a:p>
          <a:p>
            <a:pPr marL="628650" lvl="1" indent="-171450">
              <a:buFont typeface="Rubik Light"/>
              <a:buChar char="○"/>
            </a:pPr>
            <a:r>
              <a:rPr lang="fr" sz="1200" dirty="0">
                <a:solidFill>
                  <a:schemeClr val="dk1"/>
                </a:solidFill>
                <a:latin typeface="Rubik Light"/>
              </a:rPr>
              <a:t>DevOps : AWS, Docker, GitHub</a:t>
            </a:r>
          </a:p>
          <a:p>
            <a:pPr marL="628650" lvl="1" indent="-171450">
              <a:buFont typeface="Rubik Light"/>
              <a:buChar char="○"/>
            </a:pPr>
            <a:r>
              <a:rPr lang="fr" sz="1200" dirty="0">
                <a:solidFill>
                  <a:schemeClr val="dk1"/>
                </a:solidFill>
                <a:latin typeface="Rubik Light"/>
              </a:rPr>
              <a:t>Monitoring : </a:t>
            </a:r>
            <a:r>
              <a:rPr lang="fr" sz="1200" err="1">
                <a:solidFill>
                  <a:schemeClr val="dk1"/>
                </a:solidFill>
                <a:latin typeface="Rubik Light"/>
              </a:rPr>
              <a:t>Prometheus</a:t>
            </a:r>
            <a:r>
              <a:rPr lang="fr" sz="1200" dirty="0">
                <a:solidFill>
                  <a:schemeClr val="dk1"/>
                </a:solidFill>
                <a:latin typeface="Rubik Light"/>
              </a:rPr>
              <a:t> &amp; </a:t>
            </a:r>
            <a:r>
              <a:rPr lang="fr" sz="1200" err="1">
                <a:solidFill>
                  <a:schemeClr val="dk1"/>
                </a:solidFill>
                <a:latin typeface="Rubik Light"/>
              </a:rPr>
              <a:t>Grafana</a:t>
            </a:r>
            <a:endParaRPr lang="fr" sz="1200">
              <a:solidFill>
                <a:schemeClr val="dk1"/>
              </a:solidFill>
              <a:latin typeface="Rubik Light"/>
            </a:endParaRPr>
          </a:p>
          <a:p>
            <a:pPr>
              <a:buSzPts val="1400"/>
            </a:pPr>
            <a:endParaRPr lang="fr" sz="1200" b="1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endParaRPr lang="fr" sz="1200" b="1" dirty="0">
              <a:latin typeface="Rubik Light"/>
              <a:ea typeface="Rubik Light"/>
              <a:cs typeface="Rubik Light"/>
            </a:endParaRPr>
          </a:p>
          <a:p>
            <a:pPr>
              <a:buSzPts val="1400"/>
            </a:pPr>
            <a:endParaRPr lang="fr-FR" sz="1200" dirty="0">
              <a:latin typeface="Rubik Light"/>
              <a:ea typeface="Rubik Light"/>
              <a:cs typeface="Rubik Ligh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EB992AB-368E-97C1-DB4E-BE8BADD99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687" y="2483467"/>
            <a:ext cx="304800" cy="3048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06AF673-DADA-2D9A-C578-5BFE8A946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0590" y="2483467"/>
            <a:ext cx="304800" cy="3048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D6AC20D-0309-858E-9FCE-74D3DC778D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5045" y="3867671"/>
            <a:ext cx="304800" cy="3048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44188DE-C3A1-1E5B-EC3D-732F75F647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8258" y="3867672"/>
            <a:ext cx="304800" cy="3048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8400594-F3BD-38A3-995E-034234AA3A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4862" y="3886722"/>
            <a:ext cx="266700" cy="2667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ACCE3A3-CD6E-E6CA-49A5-9F1F89ACBA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9025" y="3867672"/>
            <a:ext cx="304800" cy="3048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C5BDC19-13E5-DCC7-7F1F-4E1068D452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78257" y="4290425"/>
            <a:ext cx="304800" cy="3048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747F494-3C9E-680B-742C-A0FA512478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0520" y="4325133"/>
            <a:ext cx="266700" cy="2667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9C6934A-2913-C88F-12D2-6B4126F782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67" y="4290425"/>
            <a:ext cx="304800" cy="3048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3AAC702-B689-C89D-0233-D7E3287E47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19754" y="4309475"/>
            <a:ext cx="266700" cy="2667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1AAA272-7200-48D0-5B94-A04E8D94317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81381" y="3867672"/>
            <a:ext cx="304800" cy="3048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08236EB-813B-297B-BE9D-D7185E21C9A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54499" y="4293818"/>
            <a:ext cx="266700" cy="2667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CF7277B-5619-2831-8F82-7CBF4463CA6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54499" y="3902379"/>
            <a:ext cx="266700" cy="2667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894FE6E-8328-4DAD-12CA-EBE5B1BCB4A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81380" y="42904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94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10EA-D030-F80E-4CCD-F8EE5A16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91" y="349346"/>
            <a:ext cx="4481400" cy="550500"/>
          </a:xfrm>
        </p:spPr>
        <p:txBody>
          <a:bodyPr/>
          <a:lstStyle/>
          <a:p>
            <a:r>
              <a:rPr lang="fr-FR" dirty="0"/>
              <a:t>Sources de données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86F4A-65E3-4218-E69A-2190551DA8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406342" y="1139113"/>
            <a:ext cx="7499058" cy="1028628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buNone/>
            </a:pPr>
            <a:r>
              <a:rPr lang="fr-FR" sz="1200" dirty="0">
                <a:latin typeface="Rubik Light"/>
                <a:cs typeface="Arial"/>
              </a:rPr>
              <a:t>👉  Le choix des sources de données a été guidé par : </a:t>
            </a:r>
            <a:endParaRPr lang="fr-FR" sz="1200">
              <a:latin typeface="Rubik Light"/>
            </a:endParaRPr>
          </a:p>
          <a:p>
            <a:pPr marL="0" indent="0">
              <a:lnSpc>
                <a:spcPct val="114999"/>
              </a:lnSpc>
              <a:buNone/>
            </a:pPr>
            <a:endParaRPr lang="fr-FR" sz="800" dirty="0">
              <a:latin typeface="Rubik Light"/>
              <a:cs typeface="Arial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fr-FR" sz="1200" dirty="0">
                <a:latin typeface="Rubik Light"/>
                <a:cs typeface="Arial"/>
              </a:rPr>
              <a:t>✅ La </a:t>
            </a:r>
            <a:r>
              <a:rPr lang="fr-FR" sz="1200" b="1" dirty="0">
                <a:latin typeface="Rubik Light"/>
                <a:cs typeface="Arial"/>
              </a:rPr>
              <a:t>qualité des informations</a:t>
            </a:r>
            <a:r>
              <a:rPr lang="fr-FR" sz="1200" dirty="0">
                <a:latin typeface="Rubik Light"/>
                <a:cs typeface="Arial"/>
              </a:rPr>
              <a:t> (réputation, pertinence des offres, orientation data/tech).</a:t>
            </a:r>
            <a:br>
              <a:rPr lang="fr-FR" sz="1200" dirty="0">
                <a:latin typeface="Rubik Light"/>
                <a:cs typeface="Arial"/>
              </a:rPr>
            </a:br>
            <a:r>
              <a:rPr lang="fr-FR" sz="1200" dirty="0">
                <a:latin typeface="Rubik Light"/>
                <a:cs typeface="Arial"/>
              </a:rPr>
              <a:t>✅ Les </a:t>
            </a:r>
            <a:r>
              <a:rPr lang="fr-FR" sz="1200" b="1" dirty="0">
                <a:latin typeface="Rubik Light"/>
                <a:cs typeface="Arial"/>
              </a:rPr>
              <a:t>contraintes technologiques</a:t>
            </a:r>
            <a:r>
              <a:rPr lang="fr-FR" sz="1200" dirty="0">
                <a:latin typeface="Rubik Light"/>
                <a:cs typeface="Arial"/>
              </a:rPr>
              <a:t> (API, </a:t>
            </a:r>
            <a:r>
              <a:rPr lang="fr-FR" sz="1200" err="1">
                <a:latin typeface="Rubik Light"/>
                <a:cs typeface="Arial"/>
              </a:rPr>
              <a:t>scraping</a:t>
            </a:r>
            <a:r>
              <a:rPr lang="fr-FR" sz="1200" dirty="0">
                <a:latin typeface="Rubik Light"/>
                <a:cs typeface="Arial"/>
              </a:rPr>
              <a:t>) pour mettre en œuvre différents moyens de collecte</a:t>
            </a:r>
            <a:endParaRPr lang="fr-FR" sz="1200">
              <a:latin typeface="Rubik Light"/>
            </a:endParaRPr>
          </a:p>
        </p:txBody>
      </p:sp>
      <p:pic>
        <p:nvPicPr>
          <p:cNvPr id="6" name="Google Shape;332;p50" descr="Une image contenant capture d’écran, Turquoise, Caractère coloré, origami&#10;&#10;Le contenu généré par l’IA peut être incorrect.">
            <a:extLst>
              <a:ext uri="{FF2B5EF4-FFF2-40B4-BE49-F238E27FC236}">
                <a16:creationId xmlns:a16="http://schemas.microsoft.com/office/drawing/2014/main" id="{C53ED0B7-FD69-12D3-968A-2A2A2F8CF3F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4841" y="1004268"/>
            <a:ext cx="870049" cy="10230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600;p58">
            <a:extLst>
              <a:ext uri="{FF2B5EF4-FFF2-40B4-BE49-F238E27FC236}">
                <a16:creationId xmlns:a16="http://schemas.microsoft.com/office/drawing/2014/main" id="{9B01EBB4-A5DF-ECBE-6142-C764FD358097}"/>
              </a:ext>
            </a:extLst>
          </p:cNvPr>
          <p:cNvSpPr/>
          <p:nvPr/>
        </p:nvSpPr>
        <p:spPr>
          <a:xfrm>
            <a:off x="445671" y="2397686"/>
            <a:ext cx="226200" cy="226200"/>
          </a:xfrm>
          <a:prstGeom prst="rect">
            <a:avLst/>
          </a:prstGeom>
          <a:solidFill>
            <a:srgbClr val="26DB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06;p58">
            <a:extLst>
              <a:ext uri="{FF2B5EF4-FFF2-40B4-BE49-F238E27FC236}">
                <a16:creationId xmlns:a16="http://schemas.microsoft.com/office/drawing/2014/main" id="{A1F8B441-ECA9-502D-F442-F38829F50DE5}"/>
              </a:ext>
            </a:extLst>
          </p:cNvPr>
          <p:cNvSpPr txBox="1"/>
          <p:nvPr/>
        </p:nvSpPr>
        <p:spPr>
          <a:xfrm>
            <a:off x="741293" y="2306585"/>
            <a:ext cx="3588447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" sz="1250" b="1" u="sng" dirty="0">
                <a:solidFill>
                  <a:schemeClr val="dk1"/>
                </a:solidFill>
                <a:latin typeface="Rubik Light"/>
                <a:ea typeface="Urbanist"/>
                <a:cs typeface="Urbanist"/>
                <a:sym typeface="Urbanist"/>
              </a:rPr>
              <a:t>Source de donnée 1 : API France Travail</a:t>
            </a:r>
            <a:endParaRPr lang="fr-FR" sz="1250" u="sng" dirty="0">
              <a:solidFill>
                <a:schemeClr val="dk1"/>
              </a:solidFill>
              <a:latin typeface="Rubik Light"/>
            </a:endParaRPr>
          </a:p>
        </p:txBody>
      </p:sp>
      <p:sp>
        <p:nvSpPr>
          <p:cNvPr id="9" name="Google Shape;607;p58">
            <a:extLst>
              <a:ext uri="{FF2B5EF4-FFF2-40B4-BE49-F238E27FC236}">
                <a16:creationId xmlns:a16="http://schemas.microsoft.com/office/drawing/2014/main" id="{7E98C8F2-291D-E8EE-5E11-D87EDF9C7F14}"/>
              </a:ext>
            </a:extLst>
          </p:cNvPr>
          <p:cNvSpPr/>
          <p:nvPr/>
        </p:nvSpPr>
        <p:spPr>
          <a:xfrm>
            <a:off x="490589" y="2349618"/>
            <a:ext cx="226200" cy="2262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1</a:t>
            </a:r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E192989-4BF5-C14E-8DCC-21F363785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108" y="2357215"/>
            <a:ext cx="304800" cy="304800"/>
          </a:xfrm>
          <a:prstGeom prst="rect">
            <a:avLst/>
          </a:prstGeom>
        </p:spPr>
      </p:pic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97D4395-32D6-ED4A-F22C-58129767E25C}"/>
              </a:ext>
            </a:extLst>
          </p:cNvPr>
          <p:cNvSpPr txBox="1">
            <a:spLocks/>
          </p:cNvSpPr>
          <p:nvPr/>
        </p:nvSpPr>
        <p:spPr>
          <a:xfrm>
            <a:off x="421511" y="2769068"/>
            <a:ext cx="4490227" cy="212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marR="0" lvl="1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marR="0" lvl="2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marR="0" lvl="3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marR="0" lvl="4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marR="0" lvl="5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marR="0" lvl="6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●"/>
              <a:defRPr sz="105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marR="0" lvl="7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○"/>
              <a:defRPr sz="105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marR="0" lvl="8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ubik"/>
              <a:buChar char="■"/>
              <a:defRPr sz="105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indent="0">
              <a:lnSpc>
                <a:spcPct val="114999"/>
              </a:lnSpc>
              <a:buNone/>
            </a:pPr>
            <a:r>
              <a:rPr lang="fr-FR" sz="1200" dirty="0">
                <a:solidFill>
                  <a:srgbClr val="212121"/>
                </a:solidFill>
                <a:latin typeface="Rubik Light"/>
                <a:cs typeface="Arial"/>
              </a:rPr>
              <a:t>L'API Offres d’emploi restitue en temps réel les offres d'emploi actives collectées par France Travail. </a:t>
            </a:r>
            <a:endParaRPr lang="fr-FR" sz="1200" dirty="0">
              <a:latin typeface="Rubik Light"/>
            </a:endParaRPr>
          </a:p>
          <a:p>
            <a:pPr marL="0" indent="0">
              <a:lnSpc>
                <a:spcPct val="114999"/>
              </a:lnSpc>
              <a:buNone/>
            </a:pPr>
            <a:br>
              <a:rPr lang="fr-FR" sz="1200" dirty="0">
                <a:latin typeface="Rubik Light"/>
                <a:cs typeface="Arial"/>
              </a:rPr>
            </a:br>
            <a:r>
              <a:rPr lang="en-US" sz="1200" dirty="0">
                <a:latin typeface="Rubik Light"/>
                <a:cs typeface="Rubik Light"/>
              </a:rPr>
              <a:t>💻</a:t>
            </a:r>
            <a:r>
              <a:rPr lang="en-US" sz="1250" dirty="0">
                <a:latin typeface="Rubik Light"/>
                <a:cs typeface="Rubik Light"/>
              </a:rPr>
              <a:t> </a:t>
            </a:r>
            <a:r>
              <a:rPr lang="en-US" sz="1250" b="1" dirty="0">
                <a:latin typeface="Rubik Light"/>
                <a:cs typeface="Rubik Light"/>
              </a:rPr>
              <a:t>Technologies mises </a:t>
            </a:r>
            <a:r>
              <a:rPr lang="en-US" sz="1250" b="1" err="1">
                <a:latin typeface="Rubik Light"/>
                <a:cs typeface="Rubik Light"/>
              </a:rPr>
              <a:t>en</a:t>
            </a:r>
            <a:r>
              <a:rPr lang="en-US" sz="1250" b="1" dirty="0">
                <a:latin typeface="Rubik Light"/>
                <a:cs typeface="Rubik Light"/>
              </a:rPr>
              <a:t> </a:t>
            </a:r>
            <a:r>
              <a:rPr lang="en-US" sz="1250" b="1" err="1">
                <a:latin typeface="Rubik Light"/>
                <a:cs typeface="Rubik Light"/>
              </a:rPr>
              <a:t>œuvre</a:t>
            </a:r>
            <a:endParaRPr lang="en-US" sz="1250" b="1">
              <a:latin typeface="Rubik Light"/>
              <a:cs typeface="Rubik Light"/>
            </a:endParaRPr>
          </a:p>
          <a:p>
            <a:pPr marL="0" indent="0">
              <a:lnSpc>
                <a:spcPct val="114999"/>
              </a:lnSpc>
              <a:buNone/>
            </a:pPr>
            <a:endParaRPr lang="en-US" sz="800" b="1" dirty="0">
              <a:latin typeface="Rubik Light"/>
              <a:cs typeface="Rubik Light"/>
            </a:endParaRPr>
          </a:p>
          <a:p>
            <a:pPr>
              <a:lnSpc>
                <a:spcPct val="114999"/>
              </a:lnSpc>
            </a:pPr>
            <a:r>
              <a:rPr lang="en-US" sz="1200" err="1">
                <a:latin typeface="Rubik Light"/>
                <a:cs typeface="Rubik Light"/>
              </a:rPr>
              <a:t>Authentification</a:t>
            </a:r>
            <a:r>
              <a:rPr lang="en-US" sz="1200" dirty="0">
                <a:latin typeface="Rubik Light"/>
                <a:cs typeface="Rubik Light"/>
              </a:rPr>
              <a:t> OAuth2 (client ID / secret)</a:t>
            </a:r>
          </a:p>
          <a:p>
            <a:pPr>
              <a:lnSpc>
                <a:spcPct val="114999"/>
              </a:lnSpc>
            </a:pPr>
            <a:r>
              <a:rPr lang="en-US" sz="1200" err="1">
                <a:latin typeface="Rubik Light"/>
                <a:cs typeface="Rubik Light"/>
              </a:rPr>
              <a:t>Requêtes</a:t>
            </a:r>
            <a:r>
              <a:rPr lang="en-US" sz="1200" dirty="0">
                <a:latin typeface="Rubik Light"/>
                <a:cs typeface="Rubik Light"/>
              </a:rPr>
              <a:t> HTTP REST :</a:t>
            </a:r>
          </a:p>
          <a:p>
            <a:pPr lvl="1">
              <a:lnSpc>
                <a:spcPct val="114999"/>
              </a:lnSpc>
            </a:pPr>
            <a:r>
              <a:rPr lang="en-US" sz="1200" dirty="0">
                <a:solidFill>
                  <a:srgbClr val="188038"/>
                </a:solidFill>
                <a:latin typeface="Rubik Light"/>
                <a:cs typeface="Rubik Light"/>
              </a:rPr>
              <a:t>/</a:t>
            </a:r>
            <a:r>
              <a:rPr lang="en-US" sz="1200" err="1">
                <a:solidFill>
                  <a:srgbClr val="188038"/>
                </a:solidFill>
                <a:latin typeface="Rubik Light"/>
                <a:cs typeface="Rubik Light"/>
              </a:rPr>
              <a:t>offres</a:t>
            </a:r>
            <a:r>
              <a:rPr lang="en-US" sz="1200" dirty="0">
                <a:solidFill>
                  <a:srgbClr val="188038"/>
                </a:solidFill>
                <a:latin typeface="Rubik Light"/>
                <a:cs typeface="Rubik Light"/>
              </a:rPr>
              <a:t>/search</a:t>
            </a:r>
            <a:r>
              <a:rPr lang="en-US" sz="1200" dirty="0">
                <a:latin typeface="Rubik Light"/>
                <a:cs typeface="Rubik Light"/>
              </a:rPr>
              <a:t> (</a:t>
            </a:r>
            <a:r>
              <a:rPr lang="en-US" sz="1200" err="1">
                <a:latin typeface="Rubik Light"/>
                <a:cs typeface="Rubik Light"/>
              </a:rPr>
              <a:t>liste</a:t>
            </a:r>
            <a:r>
              <a:rPr lang="en-US" sz="1200" dirty="0">
                <a:latin typeface="Rubik Light"/>
                <a:cs typeface="Rubik Light"/>
              </a:rPr>
              <a:t> </a:t>
            </a:r>
            <a:r>
              <a:rPr lang="en-US" sz="1200" err="1">
                <a:latin typeface="Rubik Light"/>
                <a:cs typeface="Rubik Light"/>
              </a:rPr>
              <a:t>paginée</a:t>
            </a:r>
            <a:r>
              <a:rPr lang="en-US" sz="1200" dirty="0">
                <a:latin typeface="Rubik Light"/>
                <a:cs typeface="Rubik Light"/>
              </a:rPr>
              <a:t> des </a:t>
            </a:r>
            <a:r>
              <a:rPr lang="en-US" sz="1200" err="1">
                <a:latin typeface="Rubik Light"/>
                <a:cs typeface="Rubik Light"/>
              </a:rPr>
              <a:t>offres</a:t>
            </a:r>
            <a:r>
              <a:rPr lang="en-US" sz="1200" dirty="0">
                <a:latin typeface="Rubik Light"/>
                <a:cs typeface="Rubik Light"/>
              </a:rPr>
              <a:t>) </a:t>
            </a:r>
          </a:p>
          <a:p>
            <a:pPr lvl="1">
              <a:lnSpc>
                <a:spcPct val="114999"/>
              </a:lnSpc>
            </a:pPr>
            <a:r>
              <a:rPr lang="en-US" sz="1200" dirty="0">
                <a:solidFill>
                  <a:srgbClr val="188038"/>
                </a:solidFill>
                <a:latin typeface="Rubik Light"/>
                <a:cs typeface="Rubik Light"/>
              </a:rPr>
              <a:t>/</a:t>
            </a:r>
            <a:r>
              <a:rPr lang="en-US" sz="1200" err="1">
                <a:solidFill>
                  <a:srgbClr val="188038"/>
                </a:solidFill>
                <a:latin typeface="Rubik Light"/>
                <a:cs typeface="Rubik Light"/>
              </a:rPr>
              <a:t>offres</a:t>
            </a:r>
            <a:r>
              <a:rPr lang="en-US" sz="1200" dirty="0">
                <a:solidFill>
                  <a:srgbClr val="188038"/>
                </a:solidFill>
                <a:latin typeface="Rubik Light"/>
                <a:cs typeface="Rubik Light"/>
              </a:rPr>
              <a:t>/{id}</a:t>
            </a:r>
            <a:r>
              <a:rPr lang="en-US" sz="1200" dirty="0">
                <a:latin typeface="Rubik Light"/>
                <a:cs typeface="Rubik Light"/>
              </a:rPr>
              <a:t> (</a:t>
            </a:r>
            <a:r>
              <a:rPr lang="en-US" sz="1200" err="1">
                <a:latin typeface="Rubik Light"/>
                <a:cs typeface="Rubik Light"/>
              </a:rPr>
              <a:t>détail</a:t>
            </a:r>
            <a:r>
              <a:rPr lang="en-US" sz="1200" dirty="0">
                <a:latin typeface="Rubik Light"/>
                <a:cs typeface="Rubik Light"/>
              </a:rPr>
              <a:t> </a:t>
            </a:r>
            <a:r>
              <a:rPr lang="en-US" sz="1200" err="1">
                <a:latin typeface="Rubik Light"/>
                <a:cs typeface="Rubik Light"/>
              </a:rPr>
              <a:t>d’une</a:t>
            </a:r>
            <a:r>
              <a:rPr lang="en-US" sz="1200" dirty="0">
                <a:latin typeface="Rubik Light"/>
                <a:cs typeface="Rubik Light"/>
              </a:rPr>
              <a:t> </a:t>
            </a:r>
            <a:r>
              <a:rPr lang="en-US" sz="1200" err="1">
                <a:latin typeface="Rubik Light"/>
                <a:cs typeface="Rubik Light"/>
              </a:rPr>
              <a:t>offre</a:t>
            </a:r>
            <a:r>
              <a:rPr lang="en-US" sz="1200" dirty="0">
                <a:latin typeface="Rubik Light"/>
                <a:cs typeface="Rubik Light"/>
              </a:rPr>
              <a:t>)</a:t>
            </a:r>
          </a:p>
          <a:p>
            <a:pPr marL="285750" indent="-285750">
              <a:lnSpc>
                <a:spcPct val="114999"/>
              </a:lnSpc>
            </a:pPr>
            <a:endParaRPr lang="en-US" sz="1400" b="1" dirty="0">
              <a:latin typeface="Rubik Light"/>
              <a:cs typeface="Rubik Light"/>
            </a:endParaRPr>
          </a:p>
          <a:p>
            <a:pPr marL="0" indent="0">
              <a:lnSpc>
                <a:spcPct val="114999"/>
              </a:lnSpc>
              <a:buNone/>
            </a:pPr>
            <a:endParaRPr lang="en-US" sz="1400" b="1" dirty="0">
              <a:latin typeface="Rubik Light"/>
              <a:cs typeface="Rubik Light"/>
            </a:endParaRPr>
          </a:p>
          <a:p>
            <a:pPr marL="0" indent="0">
              <a:lnSpc>
                <a:spcPct val="114999"/>
              </a:lnSpc>
              <a:buNone/>
            </a:pPr>
            <a:endParaRPr lang="en-US" sz="1400" b="1" dirty="0">
              <a:latin typeface="Rubik Light"/>
              <a:cs typeface="Rubik Light"/>
            </a:endParaRPr>
          </a:p>
        </p:txBody>
      </p:sp>
      <p:sp>
        <p:nvSpPr>
          <p:cNvPr id="10" name="Google Shape;600;p58">
            <a:extLst>
              <a:ext uri="{FF2B5EF4-FFF2-40B4-BE49-F238E27FC236}">
                <a16:creationId xmlns:a16="http://schemas.microsoft.com/office/drawing/2014/main" id="{4F6BDF3D-5CC2-D64A-0CA1-78A696DF998B}"/>
              </a:ext>
            </a:extLst>
          </p:cNvPr>
          <p:cNvSpPr/>
          <p:nvPr/>
        </p:nvSpPr>
        <p:spPr>
          <a:xfrm>
            <a:off x="4924669" y="2411246"/>
            <a:ext cx="226200" cy="226200"/>
          </a:xfrm>
          <a:prstGeom prst="rect">
            <a:avLst/>
          </a:prstGeom>
          <a:solidFill>
            <a:srgbClr val="26DB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06;p58">
            <a:extLst>
              <a:ext uri="{FF2B5EF4-FFF2-40B4-BE49-F238E27FC236}">
                <a16:creationId xmlns:a16="http://schemas.microsoft.com/office/drawing/2014/main" id="{51E7B858-3A19-7742-4EF5-7FFB21A78387}"/>
              </a:ext>
            </a:extLst>
          </p:cNvPr>
          <p:cNvSpPr txBox="1"/>
          <p:nvPr/>
        </p:nvSpPr>
        <p:spPr>
          <a:xfrm>
            <a:off x="5212462" y="2296658"/>
            <a:ext cx="2813400" cy="38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" sz="1250" b="1" u="sng" dirty="0">
                <a:solidFill>
                  <a:schemeClr val="dk1"/>
                </a:solidFill>
                <a:latin typeface="Rubik Light"/>
                <a:ea typeface="Urbanist"/>
                <a:cs typeface="Urbanist"/>
                <a:sym typeface="Urbanist"/>
              </a:rPr>
              <a:t>Source de donnée 2 : </a:t>
            </a:r>
            <a:r>
              <a:rPr lang="fr" sz="1250" b="1" u="sng" err="1">
                <a:solidFill>
                  <a:schemeClr val="dk1"/>
                </a:solidFill>
                <a:latin typeface="Rubik Light"/>
                <a:ea typeface="Urbanist"/>
                <a:cs typeface="Urbanist"/>
                <a:sym typeface="Urbanist"/>
              </a:rPr>
              <a:t>Jobintree</a:t>
            </a:r>
            <a:endParaRPr lang="fr-FR" u="sng" err="1">
              <a:solidFill>
                <a:schemeClr val="dk1"/>
              </a:solidFill>
            </a:endParaRPr>
          </a:p>
        </p:txBody>
      </p:sp>
      <p:sp>
        <p:nvSpPr>
          <p:cNvPr id="14" name="Google Shape;607;p58">
            <a:extLst>
              <a:ext uri="{FF2B5EF4-FFF2-40B4-BE49-F238E27FC236}">
                <a16:creationId xmlns:a16="http://schemas.microsoft.com/office/drawing/2014/main" id="{418343D6-4D2A-130D-B7E5-A8F744F73411}"/>
              </a:ext>
            </a:extLst>
          </p:cNvPr>
          <p:cNvSpPr/>
          <p:nvPr/>
        </p:nvSpPr>
        <p:spPr>
          <a:xfrm>
            <a:off x="4969586" y="2363178"/>
            <a:ext cx="226200" cy="2262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2</a:t>
            </a:r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E6D8B1F-FB92-8738-3145-6089BAF4B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769" y="2334397"/>
            <a:ext cx="304800" cy="304800"/>
          </a:xfrm>
          <a:prstGeom prst="rect">
            <a:avLst/>
          </a:prstGeom>
        </p:spPr>
      </p:pic>
      <p:sp>
        <p:nvSpPr>
          <p:cNvPr id="17" name="Google Shape;538;p79">
            <a:extLst>
              <a:ext uri="{FF2B5EF4-FFF2-40B4-BE49-F238E27FC236}">
                <a16:creationId xmlns:a16="http://schemas.microsoft.com/office/drawing/2014/main" id="{C8C653B7-5E95-013B-66D5-A9529D9609B7}"/>
              </a:ext>
            </a:extLst>
          </p:cNvPr>
          <p:cNvSpPr txBox="1"/>
          <p:nvPr/>
        </p:nvSpPr>
        <p:spPr>
          <a:xfrm>
            <a:off x="4906226" y="2910425"/>
            <a:ext cx="3705553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>
              <a:buChar char="•"/>
            </a:pPr>
            <a:r>
              <a:rPr lang="fr" sz="1200" dirty="0">
                <a:solidFill>
                  <a:schemeClr val="dk1"/>
                </a:solidFill>
                <a:sym typeface="Rubik"/>
              </a:rPr>
              <a:t>Pas d’API publique → recours au web </a:t>
            </a:r>
            <a:r>
              <a:rPr lang="fr" sz="1200" err="1">
                <a:solidFill>
                  <a:schemeClr val="dk1"/>
                </a:solidFill>
                <a:sym typeface="Rubik"/>
              </a:rPr>
              <a:t>scraping</a:t>
            </a:r>
            <a:r>
              <a:rPr lang="fr" sz="1200" dirty="0">
                <a:solidFill>
                  <a:schemeClr val="dk1"/>
                </a:solidFill>
                <a:sym typeface="Rubik"/>
              </a:rPr>
              <a:t> pour collecter les offres.</a:t>
            </a:r>
            <a:endParaRPr lang="fr-FR" sz="1200">
              <a:solidFill>
                <a:schemeClr val="dk1"/>
              </a:solidFill>
            </a:endParaRPr>
          </a:p>
          <a:p>
            <a:pPr marL="171450" indent="-171450">
              <a:buChar char="•"/>
            </a:pPr>
            <a:r>
              <a:rPr lang="fr" sz="1200" dirty="0">
                <a:solidFill>
                  <a:schemeClr val="dk1"/>
                </a:solidFill>
                <a:sym typeface="Rubik"/>
              </a:rPr>
              <a:t>Extraction des données directement à partir des  JSON présent dans les pages HTML.</a:t>
            </a:r>
            <a:endParaRPr lang="fr-FR" sz="1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06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9"/>
          <p:cNvSpPr txBox="1"/>
          <p:nvPr/>
        </p:nvSpPr>
        <p:spPr>
          <a:xfrm>
            <a:off x="514086" y="338447"/>
            <a:ext cx="3509939" cy="467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fr-FR" sz="1200" dirty="0">
                <a:solidFill>
                  <a:schemeClr val="dk1"/>
                </a:solidFill>
                <a:latin typeface="Rubik Light"/>
                <a:ea typeface="Rubik Light"/>
                <a:cs typeface="Rubik Light"/>
                <a:sym typeface="Rubik"/>
              </a:rPr>
              <a:t>👉  </a:t>
            </a:r>
            <a:r>
              <a:rPr lang="fr" sz="1200" b="1" dirty="0">
                <a:solidFill>
                  <a:schemeClr val="dk1"/>
                </a:solidFill>
                <a:latin typeface="Rubik Light"/>
                <a:ea typeface="Rubik Light"/>
                <a:sym typeface="Rubik"/>
              </a:rPr>
              <a:t>L’API France Travail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"/>
              </a:rPr>
              <a:t> renvoie pour chaque offre d’emploi un objet JSON structuré.</a:t>
            </a:r>
            <a:endParaRPr lang="fr" sz="1200" b="0" i="0" u="none" strike="noStrike" cap="none">
              <a:solidFill>
                <a:schemeClr val="dk1"/>
              </a:solidFill>
              <a:latin typeface="Rubik Light"/>
              <a:ea typeface="Rubik Light"/>
              <a:cs typeface="Rubik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Rubik Light"/>
              <a:ea typeface="Rubik Light"/>
              <a:cs typeface="Rubik Light"/>
            </a:endParaRPr>
          </a:p>
          <a:p>
            <a:pPr>
              <a:buClr>
                <a:schemeClr val="dk1"/>
              </a:buClr>
              <a:buSzPts val="1400"/>
            </a:pP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"/>
              </a:rPr>
              <a:t>✅ </a:t>
            </a:r>
            <a:r>
              <a:rPr lang="fr" sz="1200" b="1" dirty="0">
                <a:solidFill>
                  <a:schemeClr val="dk1"/>
                </a:solidFill>
                <a:latin typeface="Rubik Light"/>
                <a:ea typeface="Rubik Light"/>
                <a:sym typeface="Rubik"/>
              </a:rPr>
              <a:t>Champs principaux</a:t>
            </a:r>
            <a:endParaRPr sz="1200" b="0" i="0" u="none" strike="noStrike" cap="none" dirty="0">
              <a:solidFill>
                <a:schemeClr val="dk1"/>
              </a:solidFill>
              <a:latin typeface="Rubik Light"/>
              <a:ea typeface="Rubik Light"/>
              <a:cs typeface="Rubik Light"/>
            </a:endParaRPr>
          </a:p>
          <a:p>
            <a:pPr>
              <a:buSzPts val="1400"/>
            </a:pPr>
            <a:endParaRPr lang="fr" sz="800" b="1" dirty="0">
              <a:solidFill>
                <a:schemeClr val="dk1"/>
              </a:solidFill>
              <a:latin typeface="Rubik Light"/>
            </a:endParaRPr>
          </a:p>
          <a:p>
            <a:pPr>
              <a:buSzPts val="1400"/>
            </a:pPr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  <a:sym typeface="Rubik Light"/>
              </a:rPr>
              <a:t>- id</a:t>
            </a:r>
            <a:r>
              <a:rPr lang="fr" sz="1200" dirty="0">
                <a:solidFill>
                  <a:schemeClr val="dk1"/>
                </a:solidFill>
                <a:latin typeface="Rubik Light"/>
                <a:sym typeface="Rubik Light"/>
              </a:rPr>
              <a:t> : identifiant unique de l’offre</a:t>
            </a:r>
            <a:endParaRPr sz="1200" dirty="0">
              <a:solidFill>
                <a:schemeClr val="dk1"/>
              </a:solidFill>
              <a:latin typeface="Rubik Light"/>
            </a:endParaRPr>
          </a:p>
          <a:p>
            <a:pPr>
              <a:buSzPts val="1400"/>
            </a:pPr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  <a:sym typeface="Rubik Light"/>
              </a:rPr>
              <a:t>- intitule</a:t>
            </a:r>
            <a:r>
              <a:rPr lang="fr" sz="1200" dirty="0">
                <a:solidFill>
                  <a:schemeClr val="dk1"/>
                </a:solidFill>
                <a:latin typeface="Rubik Light"/>
                <a:sym typeface="Rubik Light"/>
              </a:rPr>
              <a:t> : titre de l’offre</a:t>
            </a:r>
            <a:endParaRPr sz="1200" dirty="0">
              <a:solidFill>
                <a:schemeClr val="dk1"/>
              </a:solidFill>
              <a:latin typeface="Rubik Light"/>
            </a:endParaRPr>
          </a:p>
          <a:p>
            <a:pPr>
              <a:buSzPts val="1400"/>
            </a:pP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cs typeface="Rubik Light"/>
                <a:sym typeface="Rubik Light"/>
              </a:rPr>
              <a:t>- description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 : description détaillée </a:t>
            </a:r>
            <a:r>
              <a:rPr lang="fr" sz="1200" b="0" i="0" u="none" strike="noStrike" cap="none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de 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l’emploi</a:t>
            </a:r>
            <a:endParaRPr lang="fr" sz="1200">
              <a:solidFill>
                <a:schemeClr val="dk1"/>
              </a:solidFill>
              <a:latin typeface="Rubik Light"/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- </a:t>
            </a:r>
            <a:r>
              <a:rPr lang="fr" sz="1200" err="1">
                <a:solidFill>
                  <a:schemeClr val="dk1"/>
                </a:solidFill>
                <a:latin typeface="Rubik Light"/>
                <a:cs typeface="Rubik Light"/>
              </a:rPr>
              <a:t>dateCreation</a:t>
            </a:r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 : date de publication de l’offre</a:t>
            </a:r>
            <a:endParaRPr lang="fr" dirty="0">
              <a:solidFill>
                <a:schemeClr val="dk1"/>
              </a:solidFill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- </a:t>
            </a:r>
            <a:r>
              <a:rPr lang="fr" sz="1200" err="1">
                <a:solidFill>
                  <a:schemeClr val="dk1"/>
                </a:solidFill>
                <a:latin typeface="Rubik Light"/>
                <a:cs typeface="Rubik Light"/>
              </a:rPr>
              <a:t>lieuTravail</a:t>
            </a:r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 : localisation géographique</a:t>
            </a:r>
            <a:endParaRPr lang="fr" dirty="0">
              <a:solidFill>
                <a:schemeClr val="dk1"/>
              </a:solidFill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cs typeface="Rubik Light"/>
              </a:rPr>
              <a:t>- </a:t>
            </a:r>
            <a:r>
              <a:rPr lang="fr" sz="1200" dirty="0" err="1">
                <a:solidFill>
                  <a:schemeClr val="dk1"/>
                </a:solidFill>
                <a:latin typeface="Rubik Light"/>
                <a:ea typeface="Rubik Light"/>
              </a:rPr>
              <a:t>romeCode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</a:rPr>
              <a:t> : code </a:t>
            </a:r>
            <a:r>
              <a:rPr lang="fr" sz="1200" dirty="0" err="1">
                <a:solidFill>
                  <a:schemeClr val="dk1"/>
                </a:solidFill>
                <a:latin typeface="Rubik Light"/>
                <a:ea typeface="Rubik Light"/>
              </a:rPr>
              <a:t>rome</a:t>
            </a:r>
            <a:endParaRPr lang="fr" sz="1200" dirty="0">
              <a:solidFill>
                <a:schemeClr val="dk1"/>
              </a:solidFill>
              <a:latin typeface="Rubik Light"/>
              <a:ea typeface="Rubik Light"/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cs typeface="Rubik Light"/>
                <a:sym typeface="Rubik Light"/>
              </a:rPr>
              <a:t>- </a:t>
            </a:r>
            <a:r>
              <a:rPr lang="fr" sz="1200" dirty="0" err="1">
                <a:solidFill>
                  <a:schemeClr val="dk1"/>
                </a:solidFill>
                <a:latin typeface="Rubik Light"/>
                <a:ea typeface="Rubik Light"/>
                <a:cs typeface="Rubik Light"/>
                <a:sym typeface="Rubik Light"/>
              </a:rPr>
              <a:t>competences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 : liste des compétences</a:t>
            </a:r>
            <a:endParaRPr lang="fr" sz="1200" dirty="0">
              <a:solidFill>
                <a:schemeClr val="dk1"/>
              </a:solidFill>
              <a:latin typeface="Rubik Light"/>
            </a:endParaRPr>
          </a:p>
          <a:p>
            <a:pPr>
              <a:buSzPts val="1400"/>
            </a:pP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cs typeface="Rubik Light"/>
                <a:sym typeface="Rubik Light"/>
              </a:rPr>
              <a:t>- salaire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 : informations sur le salaire</a:t>
            </a:r>
            <a:endParaRPr sz="1200" dirty="0">
              <a:solidFill>
                <a:schemeClr val="dk1"/>
              </a:solidFill>
              <a:latin typeface="Rubik Light"/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- entreprise</a:t>
            </a:r>
            <a:r>
              <a:rPr lang="fr" sz="1200" dirty="0">
                <a:solidFill>
                  <a:schemeClr val="dk1"/>
                </a:solidFill>
                <a:latin typeface="Rubik Light"/>
              </a:rPr>
              <a:t> : informations sur l’entreprise</a:t>
            </a:r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 </a:t>
            </a:r>
            <a:endParaRPr lang="fr" sz="1200" dirty="0">
              <a:solidFill>
                <a:schemeClr val="dk1"/>
              </a:solidFill>
              <a:latin typeface="Rubik Light"/>
              <a:sym typeface="Rubik"/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  <a:sym typeface="Rubik Light"/>
              </a:rPr>
              <a:t>- </a:t>
            </a:r>
            <a:r>
              <a:rPr lang="fr" sz="1200" dirty="0" err="1">
                <a:solidFill>
                  <a:schemeClr val="dk1"/>
                </a:solidFill>
                <a:latin typeface="Rubik Light"/>
                <a:cs typeface="Rubik Light"/>
                <a:sym typeface="Rubik Light"/>
              </a:rPr>
              <a:t>typeContrat</a:t>
            </a:r>
            <a:r>
              <a:rPr lang="fr" sz="1200" dirty="0">
                <a:solidFill>
                  <a:schemeClr val="dk1"/>
                </a:solidFill>
                <a:latin typeface="Rubik Light"/>
                <a:sym typeface="Rubik Light"/>
              </a:rPr>
              <a:t> : type de contrat </a:t>
            </a:r>
            <a:endParaRPr lang="fr" sz="1200" dirty="0">
              <a:solidFill>
                <a:schemeClr val="dk1"/>
              </a:solidFill>
              <a:latin typeface="Rubik Light"/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cs typeface="Rubik Light"/>
                <a:sym typeface="Rubik Light"/>
              </a:rPr>
              <a:t>- </a:t>
            </a:r>
            <a:r>
              <a:rPr lang="fr" sz="1200" dirty="0" err="1">
                <a:solidFill>
                  <a:schemeClr val="dk1"/>
                </a:solidFill>
                <a:latin typeface="Rubik Light"/>
                <a:ea typeface="Rubik Light"/>
                <a:cs typeface="Rubik Light"/>
                <a:sym typeface="Rubik Light"/>
              </a:rPr>
              <a:t>experienceExigee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 </a:t>
            </a:r>
            <a:r>
              <a:rPr lang="fr" sz="1200" b="0" i="0" u="none" strike="noStrike" cap="none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: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 expérience requise</a:t>
            </a:r>
            <a:endParaRPr lang="fr">
              <a:solidFill>
                <a:schemeClr val="dk1"/>
              </a:solidFill>
            </a:endParaRPr>
          </a:p>
          <a:p>
            <a:pPr>
              <a:buSzPts val="1400"/>
              <a:buFont typeface="Calibri"/>
              <a:buChar char="-"/>
            </a:pPr>
            <a:endParaRPr lang="fr" sz="1200" dirty="0">
              <a:solidFill>
                <a:schemeClr val="dk1"/>
              </a:solidFill>
              <a:latin typeface="Rubik Light"/>
              <a:ea typeface="Rubik Light"/>
              <a:sym typeface="Rubik Light"/>
            </a:endParaRPr>
          </a:p>
          <a:p>
            <a:pPr>
              <a:buSzPts val="1400"/>
            </a:pP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✅ </a:t>
            </a:r>
            <a:r>
              <a:rPr lang="fr" sz="1200" b="1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Champs supplémentaires</a:t>
            </a:r>
            <a:endParaRPr sz="1200">
              <a:solidFill>
                <a:schemeClr val="dk1"/>
              </a:solidFill>
              <a:latin typeface="Rubik Light"/>
            </a:endParaRPr>
          </a:p>
          <a:p>
            <a:pPr>
              <a:buSzPts val="1400"/>
            </a:pPr>
            <a:endParaRPr lang="fr" sz="800" b="1" dirty="0">
              <a:solidFill>
                <a:schemeClr val="dk1"/>
              </a:solidFill>
              <a:latin typeface="Rubik Light"/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  <a:sym typeface="Rubik Light"/>
              </a:rPr>
              <a:t>- d</a:t>
            </a:r>
            <a:r>
              <a:rPr lang="fr" sz="1200" dirty="0">
                <a:solidFill>
                  <a:schemeClr val="dk1"/>
                </a:solidFill>
                <a:latin typeface="Rubik Light"/>
                <a:sym typeface="Rubik Light"/>
              </a:rPr>
              <a:t>onnées sur la formation</a:t>
            </a:r>
            <a:endParaRPr lang="fr" sz="1200" dirty="0">
              <a:solidFill>
                <a:schemeClr val="dk1"/>
              </a:solidFill>
              <a:latin typeface="Rubik Light"/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  <a:sym typeface="Rubik Light"/>
              </a:rPr>
              <a:t>- i</a:t>
            </a:r>
            <a:r>
              <a:rPr lang="fr" sz="1200" dirty="0">
                <a:solidFill>
                  <a:schemeClr val="dk1"/>
                </a:solidFill>
                <a:latin typeface="Rubik Light"/>
                <a:sym typeface="Rubik Light"/>
              </a:rPr>
              <a:t>nformations sur l’accessibilité</a:t>
            </a:r>
            <a:endParaRPr lang="fr" sz="1200" dirty="0">
              <a:solidFill>
                <a:schemeClr val="dk1"/>
              </a:solidFill>
              <a:latin typeface="Rubik Light"/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  <a:sym typeface="Rubik Light"/>
              </a:rPr>
              <a:t>- </a:t>
            </a:r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li</a:t>
            </a:r>
            <a:r>
              <a:rPr lang="fr" sz="1200" dirty="0">
                <a:solidFill>
                  <a:schemeClr val="dk1"/>
                </a:solidFill>
                <a:latin typeface="Rubik Light"/>
              </a:rPr>
              <a:t>ens vers l’offre sur les </a:t>
            </a:r>
            <a:r>
              <a:rPr lang="fr" sz="1200" dirty="0">
                <a:solidFill>
                  <a:schemeClr val="dk1"/>
                </a:solidFill>
                <a:latin typeface="Rubik Light"/>
                <a:sym typeface="Rubik"/>
              </a:rPr>
              <a:t>sites partenaires.</a:t>
            </a:r>
            <a:endParaRPr sz="1200">
              <a:solidFill>
                <a:schemeClr val="dk1"/>
              </a:solidFill>
              <a:latin typeface="Rubik Light"/>
            </a:endParaRPr>
          </a:p>
          <a:p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endParaRPr lang="fr" sz="1200" i="0" u="none" strike="noStrike" cap="none" dirty="0">
              <a:solidFill>
                <a:schemeClr val="dk1"/>
              </a:solidFill>
              <a:latin typeface="Rubik Light"/>
              <a:ea typeface="Rubik"/>
              <a:cs typeface="Rubik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Rubik Light"/>
              <a:ea typeface="Rubik Light"/>
              <a:cs typeface="Rubik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Rubik Light"/>
              <a:ea typeface="Rubik Light"/>
              <a:cs typeface="Rubik Light"/>
            </a:endParaRP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5475857-98A0-CF3B-BBE2-E866C50A8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458" y="380542"/>
            <a:ext cx="3829181" cy="41397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EEAE6B22-8753-8A11-2951-8A80EEA8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8">
            <a:extLst>
              <a:ext uri="{FF2B5EF4-FFF2-40B4-BE49-F238E27FC236}">
                <a16:creationId xmlns:a16="http://schemas.microsoft.com/office/drawing/2014/main" id="{F43B6E69-08EB-DD8E-1A19-1D1EC22467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2625" y="206825"/>
            <a:ext cx="4818036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" b="1" dirty="0">
                <a:cs typeface="Arial"/>
              </a:rPr>
              <a:t>Principales technologies utilisées</a:t>
            </a:r>
            <a:endParaRPr lang="fr-FR" dirty="0"/>
          </a:p>
        </p:txBody>
      </p:sp>
      <p:sp>
        <p:nvSpPr>
          <p:cNvPr id="388" name="Google Shape;388;p58">
            <a:extLst>
              <a:ext uri="{FF2B5EF4-FFF2-40B4-BE49-F238E27FC236}">
                <a16:creationId xmlns:a16="http://schemas.microsoft.com/office/drawing/2014/main" id="{DECB4973-EDD0-3D82-ACCD-EE5BFA1B0F72}"/>
              </a:ext>
            </a:extLst>
          </p:cNvPr>
          <p:cNvSpPr txBox="1"/>
          <p:nvPr/>
        </p:nvSpPr>
        <p:spPr>
          <a:xfrm>
            <a:off x="816532" y="661898"/>
            <a:ext cx="7932510" cy="430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-FR" sz="1200" i="0" u="none" strike="noStrike" cap="none" dirty="0">
              <a:solidFill>
                <a:srgbClr val="0D1E51"/>
              </a:solidFill>
              <a:latin typeface="Rubik Light"/>
              <a:ea typeface="Urbanist Medium"/>
              <a:cs typeface="Urbanist Medium"/>
            </a:endParaRPr>
          </a:p>
          <a:p>
            <a:r>
              <a:rPr lang="en-US" sz="1200" b="1" dirty="0">
                <a:solidFill>
                  <a:schemeClr val="dk1"/>
                </a:solidFill>
                <a:latin typeface="Rubik Light"/>
                <a:sym typeface="Rubik"/>
              </a:rPr>
              <a:t>Python</a:t>
            </a:r>
            <a:r>
              <a:rPr lang="en-US" sz="1200" dirty="0">
                <a:solidFill>
                  <a:schemeClr val="dk1"/>
                </a:solidFill>
                <a:latin typeface="Rubik Light"/>
                <a:sym typeface="Rubik"/>
              </a:rPr>
              <a:t> :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sym typeface="Rubik"/>
              </a:rPr>
              <a:t>langage</a:t>
            </a:r>
            <a:r>
              <a:rPr lang="en-US" sz="1200" dirty="0">
                <a:solidFill>
                  <a:schemeClr val="dk1"/>
                </a:solidFill>
                <a:latin typeface="Rubik Light"/>
                <a:sym typeface="Rubik"/>
              </a:rPr>
              <a:t> principal du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sym typeface="Rubik"/>
              </a:rPr>
              <a:t>projet</a:t>
            </a:r>
            <a:r>
              <a:rPr lang="en-US" sz="1200" dirty="0">
                <a:solidFill>
                  <a:schemeClr val="dk1"/>
                </a:solidFill>
                <a:latin typeface="Rubik Light"/>
                <a:sym typeface="Rubik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sym typeface="Rubik"/>
              </a:rPr>
              <a:t>utilisé</a:t>
            </a:r>
            <a:r>
              <a:rPr lang="en-US" sz="1200" dirty="0">
                <a:solidFill>
                  <a:schemeClr val="dk1"/>
                </a:solidFill>
                <a:latin typeface="Rubik Light"/>
                <a:sym typeface="Rubik"/>
              </a:rPr>
              <a:t> pour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sym typeface="Rubik"/>
              </a:rPr>
              <a:t>l’ETL</a:t>
            </a:r>
            <a:r>
              <a:rPr lang="en-US" sz="1200" dirty="0">
                <a:solidFill>
                  <a:schemeClr val="dk1"/>
                </a:solidFill>
                <a:latin typeface="Rubik Light"/>
                <a:sym typeface="Rubik"/>
              </a:rPr>
              <a:t>, le scraping et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sym typeface="Rubik"/>
              </a:rPr>
              <a:t>l’API</a:t>
            </a:r>
            <a:r>
              <a:rPr lang="en-US" sz="1200" dirty="0">
                <a:solidFill>
                  <a:schemeClr val="dk1"/>
                </a:solidFill>
                <a:latin typeface="Rubik Light"/>
                <a:sym typeface="Rubik"/>
              </a:rPr>
              <a:t>.</a:t>
            </a:r>
            <a:endParaRPr lang="en-US">
              <a:solidFill>
                <a:schemeClr val="dk1"/>
              </a:solidFill>
            </a:endParaRPr>
          </a:p>
          <a:p>
            <a:endParaRPr lang="en-US" sz="1200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r>
              <a:rPr lang="en-US" sz="1200" b="1" dirty="0">
                <a:solidFill>
                  <a:schemeClr val="dk1"/>
                </a:solidFill>
                <a:latin typeface="Rubik Light"/>
                <a:cs typeface="Rubik Light"/>
              </a:rPr>
              <a:t>Airflow 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: orchestration et planification des workflows de scraping et de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chargement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.</a:t>
            </a:r>
            <a:endParaRPr lang="en-US" dirty="0">
              <a:solidFill>
                <a:schemeClr val="dk1"/>
              </a:solidFill>
            </a:endParaRPr>
          </a:p>
          <a:p>
            <a:endParaRPr lang="en-US" sz="1200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r>
              <a:rPr lang="en-US" sz="1200" b="1" dirty="0">
                <a:solidFill>
                  <a:schemeClr val="dk1"/>
                </a:solidFill>
                <a:latin typeface="Rubik Light"/>
                <a:cs typeface="Rubik Light"/>
              </a:rPr>
              <a:t>Celery &amp; RabbitMQ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 :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traitement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asynchrone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et gestion des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tâches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distribuées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.</a:t>
            </a:r>
            <a:endParaRPr lang="en-US" dirty="0">
              <a:solidFill>
                <a:schemeClr val="dk1"/>
              </a:solidFill>
            </a:endParaRPr>
          </a:p>
          <a:p>
            <a:endParaRPr lang="en-US" sz="1200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r>
              <a:rPr lang="en-US" sz="1200" b="1" dirty="0">
                <a:solidFill>
                  <a:schemeClr val="dk1"/>
                </a:solidFill>
                <a:latin typeface="Rubik Light"/>
                <a:cs typeface="Rubik Light"/>
              </a:rPr>
              <a:t>PostgreSQL 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: base de données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relationnelle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pour stocker les données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structurées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et les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métadonnées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.</a:t>
            </a:r>
          </a:p>
          <a:p>
            <a:endParaRPr lang="en-US" sz="1200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r>
              <a:rPr lang="en-US" sz="1200" b="1" dirty="0">
                <a:solidFill>
                  <a:schemeClr val="dk1"/>
                </a:solidFill>
                <a:latin typeface="Rubik Light"/>
                <a:cs typeface="Rubik Light"/>
              </a:rPr>
              <a:t>Elasticsearch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 : base de données NoSQL pour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l’indexation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et la recherche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textuelle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des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offres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.</a:t>
            </a:r>
            <a:endParaRPr lang="en-US" dirty="0">
              <a:solidFill>
                <a:schemeClr val="dk1"/>
              </a:solidFill>
            </a:endParaRPr>
          </a:p>
          <a:p>
            <a:endParaRPr lang="en-US" sz="1200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r>
              <a:rPr lang="en-US" sz="1200" b="1" dirty="0">
                <a:solidFill>
                  <a:schemeClr val="dk1"/>
                </a:solidFill>
                <a:latin typeface="Rubik Light"/>
                <a:cs typeface="Rubik Light"/>
              </a:rPr>
              <a:t>Prometheus &amp; Grafana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 : monitoring du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système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collecte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des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métriques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et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visualisation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des performances.</a:t>
            </a:r>
            <a:endParaRPr lang="en-US" dirty="0">
              <a:solidFill>
                <a:schemeClr val="dk1"/>
              </a:solidFill>
            </a:endParaRPr>
          </a:p>
          <a:p>
            <a:endParaRPr lang="en-US" sz="1200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r>
              <a:rPr lang="en-US" sz="1200" b="1" dirty="0">
                <a:solidFill>
                  <a:schemeClr val="dk1"/>
                </a:solidFill>
                <a:latin typeface="Rubik Light"/>
                <a:cs typeface="Rubik Light"/>
              </a:rPr>
              <a:t>Docker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 : 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conteneurisation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des services pour un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déploiement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simplifié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et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cohérent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.</a:t>
            </a:r>
            <a:endParaRPr lang="en-US">
              <a:solidFill>
                <a:schemeClr val="dk1"/>
              </a:solidFill>
            </a:endParaRPr>
          </a:p>
          <a:p>
            <a:endParaRPr lang="en-US" sz="1200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r>
              <a:rPr lang="en-US" sz="1200" b="1" dirty="0" err="1">
                <a:solidFill>
                  <a:schemeClr val="dk1"/>
                </a:solidFill>
                <a:latin typeface="Rubik Light"/>
                <a:cs typeface="Rubik Light"/>
              </a:rPr>
              <a:t>FastAPI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 : framework Python pour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créer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les APIs (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rapide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 et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cs typeface="Rubik Light"/>
              </a:rPr>
              <a:t>asynchrone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).</a:t>
            </a:r>
            <a:endParaRPr lang="en-US" dirty="0">
              <a:solidFill>
                <a:schemeClr val="dk1"/>
              </a:solidFill>
            </a:endParaRPr>
          </a:p>
          <a:p>
            <a:endParaRPr lang="en-US" sz="1200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r>
              <a:rPr lang="en-US" sz="1200" b="1" dirty="0">
                <a:solidFill>
                  <a:schemeClr val="dk1"/>
                </a:solidFill>
                <a:latin typeface="Rubik Light"/>
                <a:cs typeface="Rubik Light"/>
              </a:rPr>
              <a:t>Git &amp; GitHub</a:t>
            </a:r>
            <a:r>
              <a:rPr lang="en-US" sz="1200" dirty="0">
                <a:solidFill>
                  <a:schemeClr val="dk1"/>
                </a:solidFill>
                <a:latin typeface="Rubik Light"/>
                <a:cs typeface="Rubik Light"/>
              </a:rPr>
              <a:t> : gestion du versioning et collaboration via les branches.</a:t>
            </a:r>
            <a:endParaRPr lang="en-US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i="0" u="none" strike="noStrike" cap="none" dirty="0">
              <a:ea typeface="Urbanist Medium"/>
            </a:endParaRPr>
          </a:p>
          <a:p>
            <a:r>
              <a:rPr lang="en-US" sz="1200" b="1" err="1">
                <a:solidFill>
                  <a:schemeClr val="dk1"/>
                </a:solidFill>
                <a:latin typeface="Rubik Light"/>
                <a:ea typeface="Urbanist Medium"/>
                <a:cs typeface="Rubik Light"/>
              </a:rPr>
              <a:t>Streamlit</a:t>
            </a:r>
            <a:r>
              <a:rPr lang="en-US" sz="1200" dirty="0">
                <a:solidFill>
                  <a:schemeClr val="dk1"/>
                </a:solidFill>
                <a:latin typeface="Rubik Light"/>
                <a:ea typeface="Urbanist Medium"/>
                <a:cs typeface="Rubik Light"/>
              </a:rPr>
              <a:t> : i</a:t>
            </a:r>
            <a:r>
              <a:rPr lang="en-US" sz="1200" dirty="0">
                <a:solidFill>
                  <a:schemeClr val="dk1"/>
                </a:solidFill>
                <a:latin typeface="Rubik Light"/>
                <a:ea typeface="Urbanist Medium"/>
              </a:rPr>
              <a:t>nterface de </a:t>
            </a:r>
            <a:r>
              <a:rPr lang="en-US" sz="1200" err="1">
                <a:solidFill>
                  <a:schemeClr val="dk1"/>
                </a:solidFill>
                <a:latin typeface="Rubik Light"/>
                <a:ea typeface="Urbanist Medium"/>
              </a:rPr>
              <a:t>visualisation</a:t>
            </a:r>
            <a:r>
              <a:rPr lang="en-US" sz="1200" dirty="0">
                <a:solidFill>
                  <a:schemeClr val="dk1"/>
                </a:solidFill>
                <a:latin typeface="Rubik Light"/>
                <a:ea typeface="Urbanist Medium"/>
              </a:rPr>
              <a:t> interactive des données et des </a:t>
            </a:r>
            <a:r>
              <a:rPr lang="en-US" sz="1200" err="1">
                <a:solidFill>
                  <a:schemeClr val="dk1"/>
                </a:solidFill>
                <a:latin typeface="Rubik Light"/>
                <a:ea typeface="Urbanist Medium"/>
              </a:rPr>
              <a:t>résultats</a:t>
            </a:r>
            <a:r>
              <a:rPr lang="en-US" sz="1200" dirty="0">
                <a:solidFill>
                  <a:schemeClr val="dk1"/>
                </a:solidFill>
                <a:latin typeface="Rubik Light"/>
                <a:ea typeface="Urbanist Medium"/>
              </a:rPr>
              <a:t> du pipeline.</a:t>
            </a:r>
          </a:p>
          <a:p>
            <a:endParaRPr lang="en-US" dirty="0">
              <a:solidFill>
                <a:schemeClr val="dk1"/>
              </a:solidFill>
              <a:ea typeface="Urbanist Medium"/>
            </a:endParaRPr>
          </a:p>
          <a:p>
            <a:r>
              <a:rPr lang="en-US" sz="1200" b="1" dirty="0">
                <a:solidFill>
                  <a:schemeClr val="dk1"/>
                </a:solidFill>
                <a:latin typeface="Rubik Light"/>
                <a:ea typeface="Urbanist Medium"/>
                <a:cs typeface="Rubik Light"/>
              </a:rPr>
              <a:t>AWS</a:t>
            </a:r>
            <a:r>
              <a:rPr lang="en-US" sz="1200" dirty="0">
                <a:solidFill>
                  <a:schemeClr val="dk1"/>
                </a:solidFill>
                <a:latin typeface="Rubik Light"/>
                <a:ea typeface="Urbanist Medium"/>
                <a:cs typeface="Rubik Light"/>
              </a:rPr>
              <a:t> : </a:t>
            </a:r>
            <a:r>
              <a:rPr lang="en-US" sz="1200" dirty="0" err="1">
                <a:solidFill>
                  <a:schemeClr val="dk1"/>
                </a:solidFill>
                <a:latin typeface="Rubik Light"/>
                <a:ea typeface="Urbanist Medium"/>
                <a:cs typeface="Rubik Light"/>
              </a:rPr>
              <a:t>p</a:t>
            </a:r>
            <a:r>
              <a:rPr lang="en-US" sz="1200" dirty="0" err="1">
                <a:solidFill>
                  <a:schemeClr val="dk1"/>
                </a:solidFill>
                <a:ea typeface="Urbanist Medium"/>
              </a:rPr>
              <a:t>lateforme</a:t>
            </a:r>
            <a:r>
              <a:rPr lang="en-US" sz="1200" dirty="0">
                <a:solidFill>
                  <a:schemeClr val="dk1"/>
                </a:solidFill>
                <a:ea typeface="Urbanist Medium"/>
              </a:rPr>
              <a:t> cloud pour </a:t>
            </a:r>
            <a:r>
              <a:rPr lang="en-US" sz="1200" dirty="0" err="1">
                <a:solidFill>
                  <a:schemeClr val="dk1"/>
                </a:solidFill>
                <a:ea typeface="Urbanist Medium"/>
              </a:rPr>
              <a:t>l’hébergement</a:t>
            </a:r>
            <a:r>
              <a:rPr lang="en-US" sz="1200" dirty="0">
                <a:solidFill>
                  <a:schemeClr val="dk1"/>
                </a:solidFill>
                <a:ea typeface="Urbanist Medium"/>
              </a:rPr>
              <a:t> des bases de données et la </a:t>
            </a:r>
            <a:r>
              <a:rPr lang="en-US" sz="1200" dirty="0" err="1">
                <a:solidFill>
                  <a:schemeClr val="dk1"/>
                </a:solidFill>
                <a:ea typeface="Urbanist Medium"/>
              </a:rPr>
              <a:t>scalabilité</a:t>
            </a:r>
            <a:r>
              <a:rPr lang="en-US" sz="1200" dirty="0">
                <a:solidFill>
                  <a:schemeClr val="dk1"/>
                </a:solidFill>
                <a:ea typeface="Urbanist Medium"/>
              </a:rPr>
              <a:t> de </a:t>
            </a:r>
            <a:r>
              <a:rPr lang="en-US" sz="1200" dirty="0" err="1">
                <a:solidFill>
                  <a:schemeClr val="dk1"/>
                </a:solidFill>
                <a:ea typeface="Urbanist Medium"/>
              </a:rPr>
              <a:t>l’infrastructure</a:t>
            </a:r>
            <a:r>
              <a:rPr lang="en-US" sz="1200" dirty="0">
                <a:solidFill>
                  <a:schemeClr val="dk1"/>
                </a:solidFill>
                <a:ea typeface="Urbanist Medium"/>
              </a:rPr>
              <a:t>.</a:t>
            </a: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39EBD3-12EA-CBD8-0998-CCD69A626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94" y="922172"/>
            <a:ext cx="266700" cy="2667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016FE51-78B6-413E-9634-BBC257074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94" y="1298350"/>
            <a:ext cx="266700" cy="2667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68AB483-E62D-7057-BDE2-92A657B0E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145" y="2357193"/>
            <a:ext cx="304800" cy="3048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4334410-E263-D739-9085-9089ADF2E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95" y="3070724"/>
            <a:ext cx="266700" cy="2667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5F08EB4-D2DE-B890-8E59-F6E6C65EA1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195" y="3808610"/>
            <a:ext cx="266700" cy="2667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FBFC0CB-AE46-0C53-DFAA-3F9F319963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897" y="4192021"/>
            <a:ext cx="266700" cy="2667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2943EF9-27A1-B60C-5F13-16EAC7F9D4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841" y="1669945"/>
            <a:ext cx="261395" cy="26139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51F4C09-DF6D-7DE3-FBA1-2E9421BE68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379" y="2017185"/>
            <a:ext cx="304800" cy="3048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3669561-7873-3581-56F5-A2D1D969F3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422" y="2766888"/>
            <a:ext cx="266700" cy="2667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1388511-DC58-7D3B-17B4-C1BA8A82EA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441" y="2726135"/>
            <a:ext cx="304800" cy="3048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8CB122D-8D7E-C1E1-8CB9-BEC8C866096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3145" y="3413382"/>
            <a:ext cx="304800" cy="3048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D387CE4-860A-A394-9C50-B2F4BCCE2D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4847" y="1662712"/>
            <a:ext cx="261395" cy="26139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F07FE8E-EE06-FCEF-E90E-364904849B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1224" y="4616542"/>
            <a:ext cx="261396" cy="26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89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>
          <a:extLst>
            <a:ext uri="{FF2B5EF4-FFF2-40B4-BE49-F238E27FC236}">
              <a16:creationId xmlns:a16="http://schemas.microsoft.com/office/drawing/2014/main" id="{CD169B05-2F04-D817-2E78-A5D7DADD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9">
            <a:extLst>
              <a:ext uri="{FF2B5EF4-FFF2-40B4-BE49-F238E27FC236}">
                <a16:creationId xmlns:a16="http://schemas.microsoft.com/office/drawing/2014/main" id="{FD6011DA-8E2A-A135-577A-B9607F8064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851" y="292518"/>
            <a:ext cx="44928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" dirty="0"/>
              <a:t>Architecture du projet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9A2FD82-4555-E473-56CF-5CD4E5CC2CEF}"/>
              </a:ext>
            </a:extLst>
          </p:cNvPr>
          <p:cNvSpPr txBox="1"/>
          <p:nvPr/>
        </p:nvSpPr>
        <p:spPr>
          <a:xfrm>
            <a:off x="402351" y="1834905"/>
            <a:ext cx="438636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/>
              <a:t>✅ </a:t>
            </a:r>
            <a:r>
              <a:rPr lang="fr-FR" sz="1200" b="1" dirty="0"/>
              <a:t>Avantages de GitHub</a:t>
            </a:r>
            <a:endParaRPr lang="fr-FR" sz="1250"/>
          </a:p>
          <a:p>
            <a:endParaRPr lang="fr-FR" sz="1200" b="1" dirty="0"/>
          </a:p>
          <a:p>
            <a:pPr marL="285750" indent="-285750">
              <a:buChar char="•"/>
            </a:pPr>
            <a:r>
              <a:rPr lang="fr-FR" sz="1200" dirty="0"/>
              <a:t>📦 Versioning et historique</a:t>
            </a:r>
            <a:endParaRPr lang="fr-FR"/>
          </a:p>
          <a:p>
            <a:pPr marL="285750" indent="-285750">
              <a:buChar char="•"/>
            </a:pPr>
            <a:r>
              <a:rPr lang="fr-FR" sz="1200" dirty="0"/>
              <a:t>🌐 Accessibilité et partage</a:t>
            </a:r>
          </a:p>
          <a:p>
            <a:pPr marL="285750" indent="-285750">
              <a:buChar char="•"/>
            </a:pPr>
            <a:r>
              <a:rPr lang="fr-FR" sz="1200" dirty="0"/>
              <a:t>🛠️ Intégration continue (CI/CD)</a:t>
            </a:r>
          </a:p>
          <a:p>
            <a:pPr marL="285750" indent="-285750">
              <a:buChar char="•"/>
            </a:pPr>
            <a:r>
              <a:rPr lang="fr-FR" sz="1200" dirty="0"/>
              <a:t>📄 Documentation intégrée</a:t>
            </a:r>
          </a:p>
          <a:p>
            <a:pPr marL="285750" indent="-285750">
              <a:buChar char="•"/>
            </a:pPr>
            <a:r>
              <a:rPr lang="fr-FR" sz="1200" dirty="0"/>
              <a:t>👥 Suivi collaboratif</a:t>
            </a:r>
            <a:endParaRPr lang="fr-FR"/>
          </a:p>
          <a:p>
            <a:pPr marL="285750" indent="-285750">
              <a:buChar char="•"/>
            </a:pPr>
            <a:r>
              <a:rPr lang="fr-FR" sz="1200" dirty="0"/>
              <a:t>🔐 Sécurité et permissions </a:t>
            </a:r>
            <a:endParaRPr lang="fr-FR" dirty="0"/>
          </a:p>
          <a:p>
            <a:endParaRPr lang="fr-FR" sz="1200" b="1" dirty="0"/>
          </a:p>
          <a:p>
            <a:endParaRPr lang="fr-FR" sz="1200" dirty="0">
              <a:latin typeface="Rubik Light"/>
            </a:endParaRPr>
          </a:p>
          <a:p>
            <a:r>
              <a:rPr lang="fr-FR" sz="1200" dirty="0"/>
              <a:t>🎯 </a:t>
            </a:r>
            <a:r>
              <a:rPr lang="fr-FR" sz="1200" b="1" dirty="0"/>
              <a:t>GitHub est un outil essentiel pour partager</a:t>
            </a:r>
            <a:r>
              <a:rPr lang="fr-FR" sz="1200" dirty="0"/>
              <a:t>, </a:t>
            </a:r>
            <a:r>
              <a:rPr lang="fr-FR" sz="1200" b="1" dirty="0"/>
              <a:t>collaborer</a:t>
            </a:r>
            <a:r>
              <a:rPr lang="fr-FR" sz="1200" dirty="0"/>
              <a:t> et </a:t>
            </a:r>
            <a:r>
              <a:rPr lang="fr-FR" sz="1200" b="1" dirty="0"/>
              <a:t>sécuriser</a:t>
            </a:r>
            <a:r>
              <a:rPr lang="fr-FR" sz="1200" dirty="0"/>
              <a:t> le code tout au long du projet.</a:t>
            </a:r>
            <a:endParaRPr lang="fr-FR"/>
          </a:p>
          <a:p>
            <a:endParaRPr lang="fr-FR" sz="1200" dirty="0">
              <a:latin typeface="Rubik Light"/>
              <a:cs typeface="Rubik SemiBold"/>
            </a:endParaRPr>
          </a:p>
          <a:p>
            <a:endParaRPr lang="fr-FR" sz="1200" b="1" dirty="0"/>
          </a:p>
          <a:p>
            <a:endParaRPr lang="fr-FR" sz="1200" dirty="0">
              <a:latin typeface="Rubik Light"/>
            </a:endParaRPr>
          </a:p>
          <a:p>
            <a:endParaRPr lang="fr-FR" sz="1200" dirty="0">
              <a:latin typeface="Rubik Ligh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2DE3FDE-526C-A5CA-CBA5-CAC7E4C7B6B1}"/>
              </a:ext>
            </a:extLst>
          </p:cNvPr>
          <p:cNvSpPr txBox="1"/>
          <p:nvPr/>
        </p:nvSpPr>
        <p:spPr>
          <a:xfrm>
            <a:off x="293269" y="1127960"/>
            <a:ext cx="48051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Rubik Light"/>
              </a:rPr>
              <a:t>🔎 </a:t>
            </a:r>
            <a:r>
              <a:rPr lang="fr-FR" sz="1200" b="1" dirty="0">
                <a:latin typeface="Rubik Light"/>
              </a:rPr>
              <a:t>Le projet est hébergé sur GitHub</a:t>
            </a:r>
            <a:r>
              <a:rPr lang="fr-FR" sz="1200" dirty="0">
                <a:latin typeface="Rubik Light"/>
              </a:rPr>
              <a:t>, la plateforme de référence pour le versioning et la collaboration autour du code.</a:t>
            </a:r>
          </a:p>
          <a:p>
            <a:pPr algn="l"/>
            <a:endParaRPr lang="fr-FR" sz="1200" dirty="0">
              <a:latin typeface="Rubik Light"/>
            </a:endParaRPr>
          </a:p>
        </p:txBody>
      </p:sp>
      <p:pic>
        <p:nvPicPr>
          <p:cNvPr id="4" name="Image 3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48B46CA0-CD2F-3DFC-B7B4-0DA945C2D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742" y="293270"/>
            <a:ext cx="3388100" cy="4030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90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>
          <a:extLst>
            <a:ext uri="{FF2B5EF4-FFF2-40B4-BE49-F238E27FC236}">
              <a16:creationId xmlns:a16="http://schemas.microsoft.com/office/drawing/2014/main" id="{D21F00AD-DC1B-88FD-F4FB-26A64F2C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9">
            <a:extLst>
              <a:ext uri="{FF2B5EF4-FFF2-40B4-BE49-F238E27FC236}">
                <a16:creationId xmlns:a16="http://schemas.microsoft.com/office/drawing/2014/main" id="{15B58211-8D0D-A05B-56AC-608614F0C0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5726" y="345156"/>
            <a:ext cx="44928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" dirty="0"/>
              <a:t>Architecture du code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E3915A9-76FC-F5F9-9A46-080ADA1B07F7}"/>
              </a:ext>
            </a:extLst>
          </p:cNvPr>
          <p:cNvSpPr txBox="1"/>
          <p:nvPr/>
        </p:nvSpPr>
        <p:spPr>
          <a:xfrm>
            <a:off x="6365502" y="1113011"/>
            <a:ext cx="231091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Rubik Light"/>
                <a:cs typeface="Rubik Light"/>
              </a:rPr>
              <a:t>👉</a:t>
            </a:r>
            <a:r>
              <a:rPr lang="fr-FR" sz="1200" b="1" dirty="0">
                <a:latin typeface="Rubik Light"/>
                <a:cs typeface="Rubik Light"/>
              </a:rPr>
              <a:t> </a:t>
            </a:r>
            <a:r>
              <a:rPr lang="fr-FR" sz="1200" b="1" dirty="0"/>
              <a:t>Concepts mis en œuvre</a:t>
            </a:r>
            <a:endParaRPr lang="fr-FR" sz="1250" dirty="0"/>
          </a:p>
          <a:p>
            <a:endParaRPr lang="fr-FR" sz="1200" dirty="0">
              <a:latin typeface="Rubik Light"/>
            </a:endParaRPr>
          </a:p>
          <a:p>
            <a:r>
              <a:rPr lang="fr-FR" sz="1200" dirty="0">
                <a:latin typeface="Rubik Light"/>
                <a:cs typeface="Rubik Light"/>
              </a:rPr>
              <a:t>✅ Architecture modulaire</a:t>
            </a:r>
            <a:endParaRPr lang="fr-FR" dirty="0"/>
          </a:p>
          <a:p>
            <a:endParaRPr lang="fr-FR" sz="800" dirty="0">
              <a:latin typeface="Rubik Light"/>
              <a:cs typeface="Rubik Light"/>
            </a:endParaRPr>
          </a:p>
          <a:p>
            <a:r>
              <a:rPr lang="fr-FR" sz="1200" dirty="0">
                <a:latin typeface="Rubik Light"/>
                <a:cs typeface="Rubik Light"/>
              </a:rPr>
              <a:t>✅ Scalabilité</a:t>
            </a:r>
            <a:endParaRPr lang="fr-FR" dirty="0"/>
          </a:p>
          <a:p>
            <a:endParaRPr lang="fr-FR" sz="800" dirty="0">
              <a:latin typeface="Rubik Light"/>
            </a:endParaRPr>
          </a:p>
          <a:p>
            <a:r>
              <a:rPr lang="fr-FR" sz="1200" dirty="0">
                <a:latin typeface="Rubik Light"/>
              </a:rPr>
              <a:t>✅  Résilience</a:t>
            </a:r>
          </a:p>
          <a:p>
            <a:endParaRPr lang="fr-FR" sz="800" dirty="0">
              <a:latin typeface="Rubik Light"/>
            </a:endParaRPr>
          </a:p>
          <a:p>
            <a:r>
              <a:rPr lang="fr-FR" sz="1200" dirty="0">
                <a:latin typeface="Rubik Light"/>
              </a:rPr>
              <a:t>✅ </a:t>
            </a:r>
            <a:r>
              <a:rPr lang="fr-FR" sz="1200" dirty="0">
                <a:latin typeface="Rubik Light"/>
                <a:cs typeface="Rubik SemiBold"/>
              </a:rPr>
              <a:t>Asynchronisme</a:t>
            </a:r>
          </a:p>
          <a:p>
            <a:endParaRPr lang="fr-FR" sz="1200" dirty="0">
              <a:latin typeface="Rubik Light"/>
              <a:cs typeface="Rubik SemiBold"/>
            </a:endParaRPr>
          </a:p>
          <a:p>
            <a:endParaRPr lang="fr-FR" sz="1200" b="1" dirty="0"/>
          </a:p>
          <a:p>
            <a:endParaRPr lang="fr-FR" sz="1200" dirty="0">
              <a:latin typeface="Rubik Light"/>
            </a:endParaRPr>
          </a:p>
          <a:p>
            <a:endParaRPr lang="fr-FR" sz="1200" dirty="0">
              <a:latin typeface="Rubik Light"/>
            </a:endParaRPr>
          </a:p>
        </p:txBody>
      </p:sp>
      <p:pic>
        <p:nvPicPr>
          <p:cNvPr id="4" name="Image 3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79548D6-C077-0FBE-F475-9BE3DBC6C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85" y="1112921"/>
            <a:ext cx="5321767" cy="377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78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3"/>
          <p:cNvSpPr txBox="1">
            <a:spLocks noGrp="1"/>
          </p:cNvSpPr>
          <p:nvPr>
            <p:ph type="title"/>
          </p:nvPr>
        </p:nvSpPr>
        <p:spPr>
          <a:xfrm>
            <a:off x="726471" y="340717"/>
            <a:ext cx="39351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" b="1" dirty="0"/>
              <a:t>Grandes étapes du pipeline</a:t>
            </a:r>
            <a:endParaRPr lang="fr-FR" dirty="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endParaRPr lang="fr" dirty="0"/>
          </a:p>
        </p:txBody>
      </p:sp>
      <p:sp>
        <p:nvSpPr>
          <p:cNvPr id="489" name="Google Shape;489;p73"/>
          <p:cNvSpPr txBox="1"/>
          <p:nvPr/>
        </p:nvSpPr>
        <p:spPr>
          <a:xfrm>
            <a:off x="628310" y="1149961"/>
            <a:ext cx="7848867" cy="369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200" dirty="0">
                <a:latin typeface="Rubik Light"/>
              </a:rPr>
              <a:t>1️⃣ Orchestration &amp; planification =&gt; </a:t>
            </a:r>
            <a:r>
              <a:rPr lang="en-US" sz="1200" b="1" dirty="0">
                <a:latin typeface="Rubik Light"/>
              </a:rPr>
              <a:t>Airflow </a:t>
            </a:r>
            <a:r>
              <a:rPr lang="en-US" sz="1200" err="1">
                <a:latin typeface="Rubik Light"/>
              </a:rPr>
              <a:t>interroge</a:t>
            </a:r>
            <a:r>
              <a:rPr lang="en-US" sz="1200" dirty="0">
                <a:latin typeface="Rubik Light"/>
              </a:rPr>
              <a:t> PostgreSQL pour </a:t>
            </a:r>
            <a:r>
              <a:rPr lang="en-US" sz="1200" err="1">
                <a:latin typeface="Rubik Light"/>
              </a:rPr>
              <a:t>connaître</a:t>
            </a:r>
            <a:r>
              <a:rPr lang="en-US" sz="1200" dirty="0">
                <a:latin typeface="Rubik Light"/>
              </a:rPr>
              <a:t> les sites à scraper, les métiers &amp; villes à </a:t>
            </a:r>
            <a:r>
              <a:rPr lang="en-US" sz="1200" err="1">
                <a:latin typeface="Rubik Light"/>
              </a:rPr>
              <a:t>rechercher</a:t>
            </a:r>
            <a:r>
              <a:rPr lang="en-US" sz="1200" dirty="0">
                <a:latin typeface="Rubik Light"/>
              </a:rPr>
              <a:t>, et </a:t>
            </a:r>
            <a:r>
              <a:rPr lang="en-US" sz="1200" err="1">
                <a:latin typeface="Rubik Light"/>
              </a:rPr>
              <a:t>génère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une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liste</a:t>
            </a:r>
            <a:r>
              <a:rPr lang="en-US" sz="1200" dirty="0">
                <a:latin typeface="Rubik Light"/>
              </a:rPr>
              <a:t> de </a:t>
            </a:r>
            <a:r>
              <a:rPr lang="en-US" sz="1200" err="1">
                <a:latin typeface="Rubik Light"/>
              </a:rPr>
              <a:t>requêtes</a:t>
            </a:r>
            <a:r>
              <a:rPr lang="en-US" sz="1200" dirty="0">
                <a:latin typeface="Rubik Light"/>
              </a:rPr>
              <a:t>.</a:t>
            </a:r>
            <a:endParaRPr lang="fr-FR" sz="1200">
              <a:latin typeface="Rubik Light"/>
            </a:endParaRPr>
          </a:p>
          <a:p>
            <a:endParaRPr lang="en-US" sz="1200" dirty="0">
              <a:latin typeface="Rubik Light"/>
            </a:endParaRPr>
          </a:p>
          <a:p>
            <a:r>
              <a:rPr lang="en-US" sz="1200" dirty="0">
                <a:latin typeface="Rubik Light"/>
              </a:rPr>
              <a:t>2️⃣ Transmission des </a:t>
            </a:r>
            <a:r>
              <a:rPr lang="en-US" sz="1200" err="1">
                <a:latin typeface="Rubik Light"/>
              </a:rPr>
              <a:t>tâches</a:t>
            </a:r>
            <a:r>
              <a:rPr lang="en-US" sz="1200" dirty="0">
                <a:latin typeface="Rubik Light"/>
              </a:rPr>
              <a:t> =&gt; Les </a:t>
            </a:r>
            <a:r>
              <a:rPr lang="en-US" sz="1200" err="1">
                <a:latin typeface="Rubik Light"/>
              </a:rPr>
              <a:t>tâches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planifiées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sont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envoyées</a:t>
            </a:r>
            <a:r>
              <a:rPr lang="en-US" sz="1200" dirty="0">
                <a:latin typeface="Rubik Light"/>
              </a:rPr>
              <a:t> au broker </a:t>
            </a:r>
            <a:r>
              <a:rPr lang="en-US" sz="1200" b="1" dirty="0">
                <a:latin typeface="Rubik Light"/>
              </a:rPr>
              <a:t>RabbitMQ</a:t>
            </a:r>
            <a:r>
              <a:rPr lang="en-US" sz="1200" dirty="0">
                <a:latin typeface="Rubik Light"/>
              </a:rPr>
              <a:t>, qui assure </a:t>
            </a:r>
            <a:r>
              <a:rPr lang="en-US" sz="1200" err="1">
                <a:latin typeface="Rubik Light"/>
              </a:rPr>
              <a:t>leur</a:t>
            </a:r>
            <a:r>
              <a:rPr lang="en-US" sz="1200" dirty="0">
                <a:latin typeface="Rubik Light"/>
              </a:rPr>
              <a:t> file </a:t>
            </a:r>
            <a:r>
              <a:rPr lang="en-US" sz="1200" err="1">
                <a:latin typeface="Rubik Light"/>
              </a:rPr>
              <a:t>d’attente</a:t>
            </a:r>
            <a:r>
              <a:rPr lang="en-US" sz="1200" dirty="0">
                <a:latin typeface="Rubik Light"/>
              </a:rPr>
              <a:t> et </a:t>
            </a:r>
            <a:r>
              <a:rPr lang="en-US" sz="1200" err="1">
                <a:latin typeface="Rubik Light"/>
              </a:rPr>
              <a:t>leur</a:t>
            </a:r>
            <a:r>
              <a:rPr lang="en-US" sz="1200" dirty="0">
                <a:latin typeface="Rubik Light"/>
              </a:rPr>
              <a:t> distribution.</a:t>
            </a:r>
          </a:p>
          <a:p>
            <a:endParaRPr lang="en-US" sz="1200" dirty="0">
              <a:latin typeface="Rubik Light"/>
            </a:endParaRPr>
          </a:p>
          <a:p>
            <a:r>
              <a:rPr lang="en-US" sz="1200" dirty="0">
                <a:latin typeface="Rubik Light"/>
              </a:rPr>
              <a:t>3️⃣ </a:t>
            </a:r>
            <a:r>
              <a:rPr lang="en-US" sz="1200" dirty="0" err="1">
                <a:latin typeface="Rubik Light"/>
              </a:rPr>
              <a:t>Exécution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dirty="0" err="1">
                <a:latin typeface="Rubik Light"/>
              </a:rPr>
              <a:t>asynchrone</a:t>
            </a:r>
            <a:r>
              <a:rPr lang="en-US" sz="1200" dirty="0">
                <a:latin typeface="Rubik Light"/>
              </a:rPr>
              <a:t> =&gt; </a:t>
            </a:r>
            <a:r>
              <a:rPr lang="en-US" sz="1200" b="1" dirty="0">
                <a:latin typeface="Rubik Light"/>
              </a:rPr>
              <a:t>Celery </a:t>
            </a:r>
            <a:r>
              <a:rPr lang="en-US" sz="1200" dirty="0" err="1">
                <a:latin typeface="Rubik Light"/>
              </a:rPr>
              <a:t>récupère</a:t>
            </a:r>
            <a:r>
              <a:rPr lang="en-US" sz="1200" dirty="0">
                <a:latin typeface="Rubik Light"/>
              </a:rPr>
              <a:t> les </a:t>
            </a:r>
            <a:r>
              <a:rPr lang="en-US" sz="1200" dirty="0" err="1">
                <a:latin typeface="Rubik Light"/>
              </a:rPr>
              <a:t>tâches</a:t>
            </a:r>
            <a:r>
              <a:rPr lang="en-US" sz="1200" dirty="0">
                <a:latin typeface="Rubik Light"/>
              </a:rPr>
              <a:t> pour les </a:t>
            </a:r>
            <a:r>
              <a:rPr lang="en-US" sz="1200" dirty="0" err="1">
                <a:latin typeface="Rubik Light"/>
              </a:rPr>
              <a:t>exécuter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dirty="0" err="1">
                <a:latin typeface="Rubik Light"/>
              </a:rPr>
              <a:t>en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dirty="0" err="1">
                <a:latin typeface="Rubik Light"/>
              </a:rPr>
              <a:t>parallèle</a:t>
            </a:r>
            <a:r>
              <a:rPr lang="en-US" sz="1200" dirty="0">
                <a:latin typeface="Rubik Light"/>
              </a:rPr>
              <a:t>. Les </a:t>
            </a:r>
            <a:r>
              <a:rPr lang="en-US" sz="1200" b="1" dirty="0">
                <a:latin typeface="Rubik Light"/>
              </a:rPr>
              <a:t>workers Celery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dirty="0" err="1">
                <a:latin typeface="Rubik Light"/>
              </a:rPr>
              <a:t>lancent</a:t>
            </a:r>
            <a:r>
              <a:rPr lang="en-US" sz="1200" dirty="0">
                <a:latin typeface="Rubik Light"/>
              </a:rPr>
              <a:t> les </a:t>
            </a:r>
            <a:r>
              <a:rPr lang="en-US" sz="1200" dirty="0" err="1">
                <a:latin typeface="Rubik Light"/>
              </a:rPr>
              <a:t>opérations</a:t>
            </a:r>
            <a:r>
              <a:rPr lang="en-US" sz="1200" dirty="0">
                <a:latin typeface="Rubik Light"/>
              </a:rPr>
              <a:t> pour </a:t>
            </a:r>
            <a:r>
              <a:rPr lang="en-US" sz="1200" dirty="0" err="1">
                <a:latin typeface="Rubik Light"/>
              </a:rPr>
              <a:t>l'extraction</a:t>
            </a:r>
            <a:r>
              <a:rPr lang="en-US" sz="1200" dirty="0">
                <a:latin typeface="Rubik Light"/>
              </a:rPr>
              <a:t> des </a:t>
            </a:r>
            <a:r>
              <a:rPr lang="en-US" sz="1200" dirty="0" err="1">
                <a:latin typeface="Rubik Light"/>
              </a:rPr>
              <a:t>donénes</a:t>
            </a:r>
            <a:r>
              <a:rPr lang="en-US" sz="1200" dirty="0">
                <a:latin typeface="Rubik Light"/>
              </a:rPr>
              <a:t> (scraping et </a:t>
            </a:r>
            <a:r>
              <a:rPr lang="en-US" sz="1200" dirty="0" err="1">
                <a:latin typeface="Rubik Light"/>
              </a:rPr>
              <a:t>appel</a:t>
            </a:r>
            <a:r>
              <a:rPr lang="en-US" sz="1200" dirty="0">
                <a:latin typeface="Rubik Light"/>
              </a:rPr>
              <a:t> API).</a:t>
            </a:r>
          </a:p>
          <a:p>
            <a:endParaRPr lang="en-US" sz="1200" dirty="0">
              <a:latin typeface="Rubik Light"/>
            </a:endParaRPr>
          </a:p>
          <a:p>
            <a:r>
              <a:rPr lang="en-US" sz="1200" dirty="0">
                <a:latin typeface="Rubik Light"/>
              </a:rPr>
              <a:t>4️⃣ Stockage des données </a:t>
            </a:r>
            <a:r>
              <a:rPr lang="en-US" sz="1200" err="1">
                <a:latin typeface="Rubik Light"/>
              </a:rPr>
              <a:t>structurées</a:t>
            </a:r>
            <a:r>
              <a:rPr lang="en-US" sz="1200" dirty="0">
                <a:latin typeface="Rubik Light"/>
              </a:rPr>
              <a:t> =&gt; Les données </a:t>
            </a:r>
            <a:r>
              <a:rPr lang="en-US" sz="1200" err="1">
                <a:latin typeface="Rubik Light"/>
              </a:rPr>
              <a:t>structurées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sont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insérées</a:t>
            </a:r>
            <a:r>
              <a:rPr lang="en-US" sz="1200" dirty="0">
                <a:latin typeface="Rubik Light"/>
              </a:rPr>
              <a:t> dans </a:t>
            </a:r>
            <a:r>
              <a:rPr lang="en-US" sz="1200" b="1" dirty="0">
                <a:latin typeface="Rubik Light"/>
              </a:rPr>
              <a:t>PostgreSQL</a:t>
            </a:r>
            <a:r>
              <a:rPr lang="en-US" sz="1200" dirty="0">
                <a:latin typeface="Rubik Light"/>
              </a:rPr>
              <a:t>.</a:t>
            </a:r>
          </a:p>
          <a:p>
            <a:endParaRPr lang="en-US" sz="1200" dirty="0">
              <a:latin typeface="Rubik Light"/>
            </a:endParaRPr>
          </a:p>
          <a:p>
            <a:r>
              <a:rPr lang="en-US" sz="1200" dirty="0">
                <a:latin typeface="Rubik Light"/>
              </a:rPr>
              <a:t>5️⃣ Indexation </a:t>
            </a:r>
            <a:r>
              <a:rPr lang="en-US" sz="1200" err="1">
                <a:latin typeface="Rubik Light"/>
              </a:rPr>
              <a:t>textuelle</a:t>
            </a:r>
            <a:r>
              <a:rPr lang="en-US" sz="1200" dirty="0">
                <a:latin typeface="Rubik Light"/>
              </a:rPr>
              <a:t> =&gt; Les descriptions </a:t>
            </a:r>
            <a:r>
              <a:rPr lang="en-US" sz="1200" err="1">
                <a:latin typeface="Rubik Light"/>
              </a:rPr>
              <a:t>complètes</a:t>
            </a:r>
            <a:r>
              <a:rPr lang="en-US" sz="1200" dirty="0">
                <a:latin typeface="Rubik Light"/>
              </a:rPr>
              <a:t> des </a:t>
            </a:r>
            <a:r>
              <a:rPr lang="en-US" sz="1200" err="1">
                <a:latin typeface="Rubik Light"/>
              </a:rPr>
              <a:t>offres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sont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indexées</a:t>
            </a:r>
            <a:r>
              <a:rPr lang="en-US" sz="1200" dirty="0">
                <a:latin typeface="Rubik Light"/>
              </a:rPr>
              <a:t> dans </a:t>
            </a:r>
            <a:r>
              <a:rPr lang="en-US" sz="1200" b="1" dirty="0">
                <a:latin typeface="Rubik Light"/>
              </a:rPr>
              <a:t>Elasticsearch</a:t>
            </a:r>
            <a:r>
              <a:rPr lang="en-US" sz="1200" dirty="0">
                <a:latin typeface="Rubik Light"/>
              </a:rPr>
              <a:t>.</a:t>
            </a:r>
          </a:p>
          <a:p>
            <a:endParaRPr lang="en-US" sz="1200" dirty="0">
              <a:latin typeface="Rubik Light"/>
            </a:endParaRPr>
          </a:p>
          <a:p>
            <a:r>
              <a:rPr lang="en-US" sz="1200" dirty="0">
                <a:latin typeface="Rubik Light"/>
              </a:rPr>
              <a:t>6️⃣ API de reporting =&gt; </a:t>
            </a:r>
            <a:r>
              <a:rPr lang="en-US" sz="1200" b="1" err="1">
                <a:latin typeface="Rubik Light"/>
              </a:rPr>
              <a:t>FastAPI</a:t>
            </a:r>
            <a:r>
              <a:rPr lang="en-US" sz="1200" b="1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interroge</a:t>
            </a:r>
            <a:r>
              <a:rPr lang="en-US" sz="1200" dirty="0">
                <a:latin typeface="Rubik Light"/>
              </a:rPr>
              <a:t> PostgreSQL &amp; Elasticsearch pour </a:t>
            </a:r>
            <a:r>
              <a:rPr lang="en-US" sz="1200" err="1">
                <a:latin typeface="Rubik Light"/>
              </a:rPr>
              <a:t>agréger</a:t>
            </a:r>
            <a:r>
              <a:rPr lang="en-US" sz="1200" dirty="0">
                <a:latin typeface="Rubik Light"/>
              </a:rPr>
              <a:t> les </a:t>
            </a:r>
            <a:r>
              <a:rPr lang="en-US" sz="1200" err="1">
                <a:latin typeface="Rubik Light"/>
              </a:rPr>
              <a:t>résultats</a:t>
            </a:r>
            <a:r>
              <a:rPr lang="en-US" sz="1200" dirty="0">
                <a:latin typeface="Rubik Light"/>
              </a:rPr>
              <a:t> et les </a:t>
            </a:r>
            <a:r>
              <a:rPr lang="en-US" sz="1200" err="1">
                <a:latin typeface="Rubik Light"/>
              </a:rPr>
              <a:t>statistiques</a:t>
            </a:r>
            <a:r>
              <a:rPr lang="en-US" sz="1200" dirty="0">
                <a:latin typeface="Rubik Light"/>
              </a:rPr>
              <a:t>.</a:t>
            </a:r>
          </a:p>
          <a:p>
            <a:endParaRPr lang="en-US" sz="1200" dirty="0">
              <a:latin typeface="Rubik Light"/>
            </a:endParaRPr>
          </a:p>
          <a:p>
            <a:r>
              <a:rPr lang="en-US" sz="1200" dirty="0">
                <a:latin typeface="Rubik Light"/>
              </a:rPr>
              <a:t>7️⃣ </a:t>
            </a:r>
            <a:r>
              <a:rPr lang="en-US" sz="1200" err="1">
                <a:latin typeface="Rubik Light"/>
              </a:rPr>
              <a:t>Visualisation</a:t>
            </a:r>
            <a:r>
              <a:rPr lang="en-US" sz="1200" dirty="0">
                <a:latin typeface="Rubik Light"/>
              </a:rPr>
              <a:t> =&gt; </a:t>
            </a:r>
            <a:r>
              <a:rPr lang="en-US" sz="1200" b="1" err="1">
                <a:latin typeface="Rubik Light"/>
              </a:rPr>
              <a:t>Streamlit</a:t>
            </a:r>
            <a:r>
              <a:rPr lang="en-US" sz="1200" b="1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fournit</a:t>
            </a:r>
            <a:r>
              <a:rPr lang="en-US" sz="1200" dirty="0">
                <a:latin typeface="Rubik Light"/>
              </a:rPr>
              <a:t> un tableau de bord </a:t>
            </a:r>
            <a:r>
              <a:rPr lang="en-US" sz="1200" err="1">
                <a:latin typeface="Rubik Light"/>
              </a:rPr>
              <a:t>dynamique</a:t>
            </a:r>
            <a:r>
              <a:rPr lang="en-US" sz="1200" dirty="0">
                <a:latin typeface="Rubik Light"/>
              </a:rPr>
              <a:t> pour explorer les </a:t>
            </a:r>
            <a:r>
              <a:rPr lang="en-US" sz="1200" err="1">
                <a:latin typeface="Rubik Light"/>
              </a:rPr>
              <a:t>offres</a:t>
            </a:r>
            <a:r>
              <a:rPr lang="en-US" sz="1200" dirty="0">
                <a:latin typeface="Rubik Light"/>
              </a:rPr>
              <a:t> et les </a:t>
            </a:r>
            <a:r>
              <a:rPr lang="en-US" sz="1200" err="1">
                <a:latin typeface="Rubik Light"/>
              </a:rPr>
              <a:t>statistiques</a:t>
            </a:r>
            <a:r>
              <a:rPr lang="en-US" sz="1200" dirty="0">
                <a:latin typeface="Rubik Light"/>
              </a:rPr>
              <a:t>.</a:t>
            </a:r>
          </a:p>
          <a:p>
            <a:endParaRPr lang="en-US" sz="1200" dirty="0">
              <a:latin typeface="Rubik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2046D026-7855-8ACD-FE8A-8136E93E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3">
            <a:extLst>
              <a:ext uri="{FF2B5EF4-FFF2-40B4-BE49-F238E27FC236}">
                <a16:creationId xmlns:a16="http://schemas.microsoft.com/office/drawing/2014/main" id="{7D31C012-4323-1753-DFB3-7AEBAB750B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8441" y="292518"/>
            <a:ext cx="39351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" dirty="0"/>
              <a:t>Architecture des données</a:t>
            </a:r>
            <a:endParaRPr lang="fr-FR" dirty="0"/>
          </a:p>
        </p:txBody>
      </p:sp>
      <p:sp>
        <p:nvSpPr>
          <p:cNvPr id="489" name="Google Shape;489;p73">
            <a:extLst>
              <a:ext uri="{FF2B5EF4-FFF2-40B4-BE49-F238E27FC236}">
                <a16:creationId xmlns:a16="http://schemas.microsoft.com/office/drawing/2014/main" id="{40697A9D-2D62-A719-A3B3-7CE0325AE5D6}"/>
              </a:ext>
            </a:extLst>
          </p:cNvPr>
          <p:cNvSpPr txBox="1"/>
          <p:nvPr/>
        </p:nvSpPr>
        <p:spPr>
          <a:xfrm>
            <a:off x="690280" y="977822"/>
            <a:ext cx="7848867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200" b="1" dirty="0">
                <a:latin typeface="Rubik Light"/>
              </a:rPr>
              <a:t>📊 </a:t>
            </a:r>
            <a:r>
              <a:rPr lang="en-US" sz="1200" b="1" err="1">
                <a:latin typeface="Rubik Light"/>
              </a:rPr>
              <a:t>Utilisation</a:t>
            </a:r>
            <a:r>
              <a:rPr lang="en-US" sz="1200" b="1" dirty="0">
                <a:latin typeface="Rubik Light"/>
              </a:rPr>
              <a:t> </a:t>
            </a:r>
            <a:r>
              <a:rPr lang="en-US" sz="1200" b="1" err="1">
                <a:latin typeface="Rubik Light"/>
              </a:rPr>
              <a:t>combinée</a:t>
            </a:r>
            <a:r>
              <a:rPr lang="en-US" sz="1200" b="1" dirty="0">
                <a:latin typeface="Rubik Light"/>
              </a:rPr>
              <a:t> de bases SQL (PostgreSQL) et NoSQL (Elasticsearch)</a:t>
            </a:r>
            <a:endParaRPr lang="fr-FR" sz="1200" b="1">
              <a:latin typeface="Rubik Light"/>
            </a:endParaRPr>
          </a:p>
          <a:p>
            <a:endParaRPr lang="en-US" sz="800" dirty="0">
              <a:latin typeface="Rubik Light"/>
            </a:endParaRPr>
          </a:p>
          <a:p>
            <a:r>
              <a:rPr lang="en-US" sz="1200" dirty="0">
                <a:latin typeface="Rubik Light"/>
              </a:rPr>
              <a:t>Cette architecture </a:t>
            </a:r>
            <a:r>
              <a:rPr lang="en-US" sz="1200" err="1">
                <a:latin typeface="Rubik Light"/>
              </a:rPr>
              <a:t>hybride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exploite</a:t>
            </a:r>
            <a:r>
              <a:rPr lang="en-US" sz="1200" dirty="0">
                <a:latin typeface="Rubik Light"/>
              </a:rPr>
              <a:t> la </a:t>
            </a:r>
            <a:r>
              <a:rPr lang="en-US" sz="1200" err="1">
                <a:latin typeface="Rubik Light"/>
              </a:rPr>
              <a:t>robustesse</a:t>
            </a:r>
            <a:r>
              <a:rPr lang="en-US" sz="1200" dirty="0">
                <a:latin typeface="Rubik Light"/>
              </a:rPr>
              <a:t> de PostgreSQL pour les données </a:t>
            </a:r>
            <a:r>
              <a:rPr lang="en-US" sz="1200" err="1">
                <a:latin typeface="Rubik Light"/>
              </a:rPr>
              <a:t>structurées</a:t>
            </a:r>
            <a:r>
              <a:rPr lang="en-US" sz="1200" dirty="0">
                <a:latin typeface="Rubik Light"/>
              </a:rPr>
              <a:t> et la </a:t>
            </a:r>
            <a:r>
              <a:rPr lang="en-US" sz="1200" err="1">
                <a:latin typeface="Rubik Light"/>
              </a:rPr>
              <a:t>rapidité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d’Elasticsearch</a:t>
            </a:r>
            <a:r>
              <a:rPr lang="en-US" sz="1200" dirty="0">
                <a:latin typeface="Rubik Light"/>
              </a:rPr>
              <a:t> pour les </a:t>
            </a:r>
            <a:r>
              <a:rPr lang="en-US" sz="1200" err="1">
                <a:latin typeface="Rubik Light"/>
              </a:rPr>
              <a:t>recherches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textuelles</a:t>
            </a:r>
            <a:r>
              <a:rPr lang="en-US" sz="1200" dirty="0">
                <a:latin typeface="Rubik Light"/>
              </a:rPr>
              <a:t> et </a:t>
            </a:r>
            <a:r>
              <a:rPr lang="en-US" sz="1200" err="1">
                <a:latin typeface="Rubik Light"/>
              </a:rPr>
              <a:t>analytiques</a:t>
            </a:r>
            <a:r>
              <a:rPr lang="en-US" sz="1200" dirty="0">
                <a:latin typeface="Rubik Light"/>
              </a:rPr>
              <a:t>.</a:t>
            </a:r>
          </a:p>
          <a:p>
            <a:endParaRPr lang="en-US" sz="800" dirty="0">
              <a:latin typeface="Rubik Light"/>
            </a:endParaRPr>
          </a:p>
          <a:p>
            <a:r>
              <a:rPr lang="en-US" sz="1200" dirty="0">
                <a:latin typeface="Rubik Light"/>
              </a:rPr>
              <a:t>✅ </a:t>
            </a:r>
            <a:r>
              <a:rPr lang="en-US" sz="1200" b="1" dirty="0">
                <a:latin typeface="Rubik Light"/>
              </a:rPr>
              <a:t>PostgreSQL  </a:t>
            </a:r>
          </a:p>
          <a:p>
            <a:pPr marL="285750" indent="-285750">
              <a:buChar char="•"/>
            </a:pPr>
            <a:r>
              <a:rPr lang="en-US" sz="1200" dirty="0">
                <a:latin typeface="Rubik Light"/>
              </a:rPr>
              <a:t>Base de données </a:t>
            </a:r>
            <a:r>
              <a:rPr lang="en-US" sz="1200" dirty="0" err="1">
                <a:latin typeface="Rubik Light"/>
              </a:rPr>
              <a:t>relationnelle</a:t>
            </a:r>
            <a:r>
              <a:rPr lang="en-US" sz="1200" dirty="0">
                <a:latin typeface="Rubik Light"/>
              </a:rPr>
              <a:t> (ACID), </a:t>
            </a:r>
            <a:r>
              <a:rPr lang="en-US" sz="1200" dirty="0" err="1">
                <a:latin typeface="Rubik Light"/>
              </a:rPr>
              <a:t>idéale</a:t>
            </a:r>
            <a:r>
              <a:rPr lang="en-US" sz="1200" dirty="0">
                <a:latin typeface="Rubik Light"/>
              </a:rPr>
              <a:t> pour la </a:t>
            </a:r>
            <a:r>
              <a:rPr lang="en-US" sz="1200" dirty="0" err="1">
                <a:latin typeface="Rubik Light"/>
              </a:rPr>
              <a:t>fiabilité</a:t>
            </a:r>
            <a:r>
              <a:rPr lang="en-US" sz="1200" dirty="0">
                <a:latin typeface="Rubik Light"/>
              </a:rPr>
              <a:t> et </a:t>
            </a:r>
            <a:r>
              <a:rPr lang="en-US" sz="1200" dirty="0" err="1">
                <a:latin typeface="Rubik Light"/>
              </a:rPr>
              <a:t>l’intégrité</a:t>
            </a:r>
            <a:r>
              <a:rPr lang="en-US" sz="1200" dirty="0">
                <a:latin typeface="Rubik Light"/>
              </a:rPr>
              <a:t> des données.</a:t>
            </a:r>
          </a:p>
          <a:p>
            <a:pPr marL="285750" indent="-285750">
              <a:buChar char="•"/>
            </a:pPr>
            <a:r>
              <a:rPr lang="en-US" sz="1200" err="1">
                <a:latin typeface="Rubik Light"/>
              </a:rPr>
              <a:t>Permet</a:t>
            </a:r>
            <a:r>
              <a:rPr lang="en-US" sz="1200" dirty="0">
                <a:latin typeface="Rubik Light"/>
              </a:rPr>
              <a:t> de </a:t>
            </a:r>
            <a:r>
              <a:rPr lang="en-US" sz="1200" err="1">
                <a:latin typeface="Rubik Light"/>
              </a:rPr>
              <a:t>modéliser</a:t>
            </a:r>
            <a:r>
              <a:rPr lang="en-US" sz="1200" dirty="0">
                <a:latin typeface="Rubik Light"/>
              </a:rPr>
              <a:t> les données avec relations et </a:t>
            </a:r>
            <a:r>
              <a:rPr lang="en-US" sz="1200" err="1">
                <a:latin typeface="Rubik Light"/>
              </a:rPr>
              <a:t>contraintes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d’intégrité</a:t>
            </a:r>
            <a:r>
              <a:rPr lang="en-US" sz="1200" dirty="0">
                <a:latin typeface="Rubik Light"/>
              </a:rPr>
              <a:t> (</a:t>
            </a:r>
            <a:r>
              <a:rPr lang="en-US" sz="1200" err="1">
                <a:latin typeface="Rubik Light"/>
              </a:rPr>
              <a:t>clés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étrangères</a:t>
            </a:r>
            <a:r>
              <a:rPr lang="en-US" sz="1200" dirty="0">
                <a:latin typeface="Rubik Light"/>
              </a:rPr>
              <a:t>, index).</a:t>
            </a:r>
          </a:p>
          <a:p>
            <a:pPr marL="285750" indent="-285750">
              <a:buChar char="•"/>
            </a:pPr>
            <a:r>
              <a:rPr lang="en-US" sz="1200" err="1">
                <a:latin typeface="Rubik Light"/>
              </a:rPr>
              <a:t>Performante</a:t>
            </a:r>
            <a:r>
              <a:rPr lang="en-US" sz="1200" dirty="0">
                <a:latin typeface="Rubik Light"/>
              </a:rPr>
              <a:t> pour les </a:t>
            </a:r>
            <a:r>
              <a:rPr lang="en-US" sz="1200" err="1">
                <a:latin typeface="Rubik Light"/>
              </a:rPr>
              <a:t>requêtes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err="1">
                <a:latin typeface="Rubik Light"/>
              </a:rPr>
              <a:t>structurées</a:t>
            </a:r>
            <a:r>
              <a:rPr lang="en-US" sz="1200" dirty="0">
                <a:latin typeface="Rubik Light"/>
              </a:rPr>
              <a:t> et les agrégations complexes (SQL).</a:t>
            </a:r>
          </a:p>
          <a:p>
            <a:endParaRPr lang="en-US" sz="800" dirty="0">
              <a:latin typeface="Rubik Light"/>
            </a:endParaRPr>
          </a:p>
          <a:p>
            <a:r>
              <a:rPr lang="en-US" sz="1200" dirty="0">
                <a:latin typeface="Rubik Light"/>
              </a:rPr>
              <a:t>✅ </a:t>
            </a:r>
            <a:r>
              <a:rPr lang="en-US" sz="1200" b="1" dirty="0">
                <a:latin typeface="Rubik Light"/>
              </a:rPr>
              <a:t>Elasticsearch </a:t>
            </a:r>
            <a:endParaRPr lang="en-US" sz="1200" dirty="0">
              <a:latin typeface="Rubik Light"/>
            </a:endParaRPr>
          </a:p>
          <a:p>
            <a:pPr marL="285750" indent="-285750">
              <a:buChar char="•"/>
            </a:pPr>
            <a:r>
              <a:rPr lang="en-US" sz="1200" dirty="0" err="1">
                <a:latin typeface="Rubik Light"/>
              </a:rPr>
              <a:t>Moteur</a:t>
            </a:r>
            <a:r>
              <a:rPr lang="en-US" sz="1200" dirty="0">
                <a:latin typeface="Rubik Light"/>
              </a:rPr>
              <a:t> de recherche NoSQL </a:t>
            </a:r>
            <a:r>
              <a:rPr lang="en-US" sz="1200" dirty="0" err="1">
                <a:latin typeface="Rubik Light"/>
              </a:rPr>
              <a:t>distribué</a:t>
            </a:r>
            <a:r>
              <a:rPr lang="en-US" sz="1200" dirty="0">
                <a:latin typeface="Rubik Light"/>
              </a:rPr>
              <a:t> et scalable</a:t>
            </a:r>
            <a:r>
              <a:rPr lang="en-US" sz="1200" dirty="0">
                <a:latin typeface="Rubik Light"/>
                <a:cs typeface="Rubik Light"/>
              </a:rPr>
              <a:t>, </a:t>
            </a:r>
            <a:r>
              <a:rPr lang="en-US" sz="1200" dirty="0" err="1">
                <a:latin typeface="Rubik Light"/>
                <a:cs typeface="Rubik Light"/>
              </a:rPr>
              <a:t>optimisé</a:t>
            </a:r>
            <a:r>
              <a:rPr lang="en-US" sz="1200" dirty="0">
                <a:latin typeface="Rubik Light"/>
                <a:cs typeface="Rubik Light"/>
              </a:rPr>
              <a:t> pour </a:t>
            </a:r>
            <a:r>
              <a:rPr lang="en-US" sz="1200" dirty="0" err="1">
                <a:latin typeface="Rubik Light"/>
                <a:cs typeface="Rubik Light"/>
              </a:rPr>
              <a:t>l’indexation</a:t>
            </a:r>
            <a:r>
              <a:rPr lang="en-US" sz="1200" dirty="0">
                <a:latin typeface="Rubik Light"/>
                <a:cs typeface="Rubik Light"/>
              </a:rPr>
              <a:t> et la recherche full-text.</a:t>
            </a:r>
          </a:p>
          <a:p>
            <a:pPr marL="285750" indent="-285750">
              <a:buChar char="•"/>
            </a:pPr>
            <a:r>
              <a:rPr lang="en-US" sz="1200" dirty="0" err="1">
                <a:latin typeface="Rubik Light"/>
                <a:cs typeface="Rubik Light"/>
              </a:rPr>
              <a:t>Permet</a:t>
            </a:r>
            <a:r>
              <a:rPr lang="en-US" sz="1200" dirty="0">
                <a:latin typeface="Rubik Light"/>
                <a:cs typeface="Rubik Light"/>
              </a:rPr>
              <a:t> la recherche par pertinence, le </a:t>
            </a:r>
            <a:r>
              <a:rPr lang="en-US" sz="1200" dirty="0" err="1">
                <a:latin typeface="Rubik Light"/>
                <a:cs typeface="Rubik Light"/>
              </a:rPr>
              <a:t>filtrage</a:t>
            </a:r>
            <a:r>
              <a:rPr lang="en-US" sz="1200" dirty="0">
                <a:latin typeface="Rubik Light"/>
                <a:cs typeface="Rubik Light"/>
              </a:rPr>
              <a:t> </a:t>
            </a:r>
            <a:r>
              <a:rPr lang="en-US" sz="1200" dirty="0" err="1">
                <a:latin typeface="Rubik Light"/>
                <a:cs typeface="Rubik Light"/>
              </a:rPr>
              <a:t>rapide</a:t>
            </a:r>
            <a:r>
              <a:rPr lang="en-US" sz="1200" dirty="0">
                <a:latin typeface="Rubik Light"/>
                <a:cs typeface="Rubik Light"/>
              </a:rPr>
              <a:t> et les </a:t>
            </a:r>
            <a:r>
              <a:rPr lang="en-US" sz="1200" dirty="0" err="1">
                <a:latin typeface="Rubik Light"/>
                <a:cs typeface="Rubik Light"/>
              </a:rPr>
              <a:t>requêtes</a:t>
            </a:r>
            <a:r>
              <a:rPr lang="en-US" sz="1200" dirty="0">
                <a:latin typeface="Rubik Light"/>
                <a:cs typeface="Rubik Light"/>
              </a:rPr>
              <a:t> </a:t>
            </a:r>
            <a:r>
              <a:rPr lang="en-US" sz="1200" dirty="0" err="1">
                <a:latin typeface="Rubik Light"/>
                <a:cs typeface="Rubik Light"/>
              </a:rPr>
              <a:t>analytiques</a:t>
            </a:r>
            <a:r>
              <a:rPr lang="en-US" sz="1200" dirty="0">
                <a:latin typeface="Rubik Light"/>
                <a:cs typeface="Rubik Light"/>
              </a:rPr>
              <a:t>.</a:t>
            </a:r>
          </a:p>
          <a:p>
            <a:pPr marL="285750" indent="-285750">
              <a:buChar char="•"/>
            </a:pPr>
            <a:r>
              <a:rPr lang="en-US" sz="1200" dirty="0" err="1">
                <a:latin typeface="Rubik Light"/>
              </a:rPr>
              <a:t>Idéal</a:t>
            </a:r>
            <a:r>
              <a:rPr lang="en-US" sz="1200" dirty="0">
                <a:latin typeface="Rubik Light"/>
              </a:rPr>
              <a:t> pour </a:t>
            </a:r>
            <a:r>
              <a:rPr lang="en-US" sz="1200" dirty="0" err="1">
                <a:latin typeface="Rubik Light"/>
              </a:rPr>
              <a:t>interroger</a:t>
            </a:r>
            <a:r>
              <a:rPr lang="en-US" sz="1200" dirty="0">
                <a:latin typeface="Rubik Light"/>
              </a:rPr>
              <a:t> le </a:t>
            </a:r>
            <a:r>
              <a:rPr lang="en-US" sz="1200" dirty="0" err="1">
                <a:latin typeface="Rubik Light"/>
              </a:rPr>
              <a:t>texte</a:t>
            </a:r>
            <a:r>
              <a:rPr lang="en-US" sz="1200" dirty="0">
                <a:latin typeface="Rubik Light"/>
              </a:rPr>
              <a:t> </a:t>
            </a:r>
            <a:r>
              <a:rPr lang="en-US" sz="1200" dirty="0" err="1">
                <a:latin typeface="Rubik Light"/>
              </a:rPr>
              <a:t>intégral</a:t>
            </a:r>
            <a:r>
              <a:rPr lang="en-US" sz="1200" dirty="0">
                <a:latin typeface="Rubik Light"/>
              </a:rPr>
              <a:t> des </a:t>
            </a:r>
            <a:r>
              <a:rPr lang="en-US" sz="1200" dirty="0" err="1">
                <a:latin typeface="Rubik Light"/>
              </a:rPr>
              <a:t>offres</a:t>
            </a:r>
            <a:r>
              <a:rPr lang="en-US" sz="1200" dirty="0">
                <a:latin typeface="Rubik Light"/>
              </a:rPr>
              <a:t> (descriptions, missions, </a:t>
            </a:r>
            <a:r>
              <a:rPr lang="en-US" sz="1200" dirty="0" err="1">
                <a:latin typeface="Rubik Light"/>
              </a:rPr>
              <a:t>compétences</a:t>
            </a:r>
            <a:r>
              <a:rPr lang="en-US" sz="1200" dirty="0">
                <a:latin typeface="Rubik Light"/>
              </a:rPr>
              <a:t>).</a:t>
            </a:r>
          </a:p>
          <a:p>
            <a:pPr marL="285750" indent="-285750">
              <a:buChar char="•"/>
            </a:pPr>
            <a:endParaRPr lang="en-US" sz="1200" dirty="0">
              <a:latin typeface="Rubik Light"/>
            </a:endParaRPr>
          </a:p>
          <a:p>
            <a:r>
              <a:rPr lang="en-US" sz="1200" dirty="0">
                <a:latin typeface="Rubik Light"/>
                <a:cs typeface="Rubik Light"/>
              </a:rPr>
              <a:t>✅ </a:t>
            </a:r>
            <a:r>
              <a:rPr lang="en-US" sz="1200" b="1" dirty="0" err="1">
                <a:latin typeface="Rubik Light"/>
                <a:cs typeface="Rubik Light"/>
              </a:rPr>
              <a:t>Hébergement</a:t>
            </a:r>
            <a:endParaRPr lang="en-US" sz="1200" dirty="0" err="1">
              <a:latin typeface="Rubik Light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Rubik Light"/>
              </a:rPr>
              <a:t>AWS avec Amazon RDS pour PostgreSQL et Amazon OpenSearch Service pour Elasticsearch.</a:t>
            </a:r>
            <a:endParaRPr lang="en-US" sz="1200" dirty="0">
              <a:latin typeface="Rubik Light"/>
              <a:cs typeface="Rubik Light"/>
            </a:endParaRPr>
          </a:p>
          <a:p>
            <a:pPr marL="285750" indent="-285750">
              <a:buFont typeface="Arial"/>
              <a:buChar char="•"/>
            </a:pPr>
            <a:endParaRPr lang="en-US" sz="1200" dirty="0">
              <a:latin typeface="Rubik Light"/>
              <a:cs typeface="Rubik Light"/>
            </a:endParaRPr>
          </a:p>
          <a:p>
            <a:pPr marL="285750" indent="-285750">
              <a:buChar char="•"/>
            </a:pPr>
            <a:endParaRPr lang="en-US" sz="1200" dirty="0">
              <a:latin typeface="Rubik Ligh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CF62B10-E6AD-6E29-3D2A-2905F36E0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61" y="2977079"/>
            <a:ext cx="304800" cy="3048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1AA9552-742B-14B3-C884-672C4F5AD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61" y="2137043"/>
            <a:ext cx="304800" cy="3048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6C01ED1-465D-3803-5541-DBB3BB3EA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04" y="3607468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4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3D4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/>
        </p:nvSpPr>
        <p:spPr>
          <a:xfrm>
            <a:off x="725975" y="314026"/>
            <a:ext cx="403383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fr" sz="1600" dirty="0">
                <a:latin typeface="Urbanist Black"/>
                <a:ea typeface="Urbanist"/>
                <a:sym typeface="Urbanist"/>
              </a:rPr>
              <a:t>PostgreSQL – Schéma relationnel </a:t>
            </a:r>
            <a:endParaRPr lang="fr" sz="1600" dirty="0">
              <a:latin typeface="Urbanist Black"/>
              <a:ea typeface="Urbanist"/>
            </a:endParaRPr>
          </a:p>
        </p:txBody>
      </p:sp>
      <p:sp>
        <p:nvSpPr>
          <p:cNvPr id="325" name="Google Shape;325;p50"/>
          <p:cNvSpPr txBox="1"/>
          <p:nvPr/>
        </p:nvSpPr>
        <p:spPr>
          <a:xfrm>
            <a:off x="6076481" y="779888"/>
            <a:ext cx="332653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fr" sz="1600" dirty="0" err="1">
                <a:latin typeface="Urbanist Black"/>
                <a:ea typeface="Urbanist"/>
                <a:sym typeface="Urbanist"/>
              </a:rPr>
              <a:t>Elasticsearch</a:t>
            </a:r>
            <a:r>
              <a:rPr lang="fr" sz="1600" dirty="0">
                <a:latin typeface="Urbanist Black"/>
                <a:ea typeface="Urbanist"/>
                <a:sym typeface="Urbanist"/>
              </a:rPr>
              <a:t> – Mapping </a:t>
            </a:r>
            <a:endParaRPr lang="fr" sz="1600" dirty="0">
              <a:latin typeface="Urbanist Black"/>
              <a:ea typeface="Urbanist"/>
            </a:endParaRPr>
          </a:p>
        </p:txBody>
      </p:sp>
      <p:pic>
        <p:nvPicPr>
          <p:cNvPr id="3" name="Image 2" descr="Une image contenant texte, Police, capture d’écran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0AB231C2-643A-8F5E-8E44-E0C2A1BC3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469" y="1416584"/>
            <a:ext cx="2040762" cy="24686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34459FD-C96E-420D-0335-0CA6B8303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73" y="805607"/>
            <a:ext cx="4827226" cy="4041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Google Shape;600;p58">
            <a:extLst>
              <a:ext uri="{FF2B5EF4-FFF2-40B4-BE49-F238E27FC236}">
                <a16:creationId xmlns:a16="http://schemas.microsoft.com/office/drawing/2014/main" id="{3BA87005-3161-06C3-53A5-1D0691676D9C}"/>
              </a:ext>
            </a:extLst>
          </p:cNvPr>
          <p:cNvSpPr/>
          <p:nvPr/>
        </p:nvSpPr>
        <p:spPr>
          <a:xfrm>
            <a:off x="404358" y="455963"/>
            <a:ext cx="226200" cy="226200"/>
          </a:xfrm>
          <a:prstGeom prst="rect">
            <a:avLst/>
          </a:prstGeom>
          <a:solidFill>
            <a:srgbClr val="26DB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07;p58">
            <a:extLst>
              <a:ext uri="{FF2B5EF4-FFF2-40B4-BE49-F238E27FC236}">
                <a16:creationId xmlns:a16="http://schemas.microsoft.com/office/drawing/2014/main" id="{FD2526CB-1F1A-E2B0-D959-5FC269DF580F}"/>
              </a:ext>
            </a:extLst>
          </p:cNvPr>
          <p:cNvSpPr/>
          <p:nvPr/>
        </p:nvSpPr>
        <p:spPr>
          <a:xfrm>
            <a:off x="449276" y="407895"/>
            <a:ext cx="226200" cy="2262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Urbanist Black"/>
              </a:rPr>
              <a:t>1</a:t>
            </a:r>
            <a:endParaRPr lang="fr-FR">
              <a:latin typeface="Urbanist Black"/>
            </a:endParaRPr>
          </a:p>
        </p:txBody>
      </p:sp>
      <p:sp>
        <p:nvSpPr>
          <p:cNvPr id="11" name="Google Shape;600;p58">
            <a:extLst>
              <a:ext uri="{FF2B5EF4-FFF2-40B4-BE49-F238E27FC236}">
                <a16:creationId xmlns:a16="http://schemas.microsoft.com/office/drawing/2014/main" id="{6CEF80F3-5300-2349-E9A0-1B0958E592A3}"/>
              </a:ext>
            </a:extLst>
          </p:cNvPr>
          <p:cNvSpPr/>
          <p:nvPr/>
        </p:nvSpPr>
        <p:spPr>
          <a:xfrm>
            <a:off x="5781965" y="903524"/>
            <a:ext cx="226200" cy="226200"/>
          </a:xfrm>
          <a:prstGeom prst="rect">
            <a:avLst/>
          </a:prstGeom>
          <a:solidFill>
            <a:srgbClr val="26DB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07;p58">
            <a:extLst>
              <a:ext uri="{FF2B5EF4-FFF2-40B4-BE49-F238E27FC236}">
                <a16:creationId xmlns:a16="http://schemas.microsoft.com/office/drawing/2014/main" id="{EDA7A644-985F-78C1-B405-01F7B0317808}"/>
              </a:ext>
            </a:extLst>
          </p:cNvPr>
          <p:cNvSpPr/>
          <p:nvPr/>
        </p:nvSpPr>
        <p:spPr>
          <a:xfrm>
            <a:off x="5826883" y="855456"/>
            <a:ext cx="226200" cy="2262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Urbanist Black"/>
              </a:rP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>
          <a:extLst>
            <a:ext uri="{FF2B5EF4-FFF2-40B4-BE49-F238E27FC236}">
              <a16:creationId xmlns:a16="http://schemas.microsoft.com/office/drawing/2014/main" id="{9BA75552-F911-8C9B-A149-45C25463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9">
            <a:extLst>
              <a:ext uri="{FF2B5EF4-FFF2-40B4-BE49-F238E27FC236}">
                <a16:creationId xmlns:a16="http://schemas.microsoft.com/office/drawing/2014/main" id="{99D9D4D7-59AF-6136-9B4A-9D02B14C2D1C}"/>
              </a:ext>
            </a:extLst>
          </p:cNvPr>
          <p:cNvSpPr txBox="1"/>
          <p:nvPr/>
        </p:nvSpPr>
        <p:spPr>
          <a:xfrm>
            <a:off x="492705" y="1046479"/>
            <a:ext cx="8653437" cy="455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cs typeface="Rubik Light"/>
                <a:sym typeface="Rubik"/>
              </a:rPr>
              <a:t>✅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cs typeface="Rubik Light"/>
                <a:sym typeface="Rubik Light"/>
              </a:rPr>
              <a:t> </a:t>
            </a:r>
            <a:r>
              <a:rPr lang="fr" sz="1200" b="1" dirty="0" err="1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RabbitMQ</a:t>
            </a:r>
            <a:endParaRPr lang="fr" sz="1200" dirty="0" err="1">
              <a:solidFill>
                <a:schemeClr val="dk1"/>
              </a:solidFill>
              <a:latin typeface="Rubik Light"/>
              <a:ea typeface="Rubik Light"/>
            </a:endParaRPr>
          </a:p>
          <a:p>
            <a:pPr marL="171450" indent="-171450">
              <a:buChar char="•"/>
            </a:pP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Sert </a:t>
            </a:r>
            <a:r>
              <a:rPr lang="fr" sz="1200" i="0" u="none" strike="noStrike" cap="none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de 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file d’attente pour les tâches =&gt; pas </a:t>
            </a:r>
            <a:r>
              <a:rPr lang="fr" sz="1200" dirty="0">
                <a:solidFill>
                  <a:schemeClr val="dk1"/>
                </a:solidFill>
                <a:latin typeface="Rubik Light"/>
              </a:rPr>
              <a:t>de perte de données si un job échoue.</a:t>
            </a:r>
          </a:p>
          <a:p>
            <a:pPr marL="171450" indent="-171450">
              <a:buChar char="•"/>
            </a:pPr>
            <a:r>
              <a:rPr lang="fr" sz="1200" dirty="0">
                <a:solidFill>
                  <a:schemeClr val="dk1"/>
                </a:solidFill>
                <a:latin typeface="Rubik Light"/>
              </a:rPr>
              <a:t>Permet 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le découplage</a:t>
            </a:r>
            <a:r>
              <a:rPr lang="fr" sz="1200" dirty="0">
                <a:solidFill>
                  <a:schemeClr val="dk1"/>
                </a:solidFill>
                <a:latin typeface="Rubik Light"/>
              </a:rPr>
              <a:t> : </a:t>
            </a:r>
            <a:r>
              <a:rPr lang="fr" sz="1200" dirty="0">
                <a:solidFill>
                  <a:schemeClr val="dk1"/>
                </a:solidFill>
                <a:latin typeface="Rubik Light"/>
                <a:sym typeface="Rubik Light"/>
              </a:rPr>
              <a:t>️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Airflow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 (planification) ↔️ </a:t>
            </a:r>
            <a:r>
              <a:rPr lang="fr" sz="1200" err="1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Celery</a:t>
            </a: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 (exécution).</a:t>
            </a:r>
            <a:endParaRPr lang="fr" sz="1200" dirty="0">
              <a:solidFill>
                <a:schemeClr val="dk1"/>
              </a:solidFill>
              <a:latin typeface="Rubik Light"/>
              <a:ea typeface="Rubik Light"/>
            </a:endParaRPr>
          </a:p>
          <a:p>
            <a:pPr marL="171450" indent="-171450">
              <a:buChar char="•"/>
            </a:pPr>
            <a:r>
              <a:rPr lang="fr" sz="1200" dirty="0">
                <a:solidFill>
                  <a:schemeClr val="dk1"/>
                </a:solidFill>
                <a:latin typeface="Rubik Light"/>
                <a:ea typeface="Rubik Light"/>
                <a:sym typeface="Rubik Light"/>
              </a:rPr>
              <a:t>Découplage entre la collecte des listes et </a:t>
            </a:r>
            <a:r>
              <a:rPr lang="fr" sz="1200" dirty="0">
                <a:solidFill>
                  <a:schemeClr val="dk1"/>
                </a:solidFill>
                <a:latin typeface="Rubik Light"/>
                <a:sym typeface="Rubik Light"/>
              </a:rPr>
              <a:t>la récupération des détails pour un traitement parallèle efficace</a:t>
            </a:r>
            <a:r>
              <a:rPr lang="fr" sz="1200" dirty="0">
                <a:solidFill>
                  <a:schemeClr val="dk1"/>
                </a:solidFill>
                <a:latin typeface="Rubik Light"/>
                <a:sym typeface="Rubik"/>
              </a:rPr>
              <a:t>.</a:t>
            </a:r>
            <a:endParaRPr sz="1200">
              <a:solidFill>
                <a:schemeClr val="dk1"/>
              </a:solidFill>
              <a:latin typeface="Rubik Light"/>
            </a:endParaRPr>
          </a:p>
          <a:p>
            <a: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fr" sz="1200" i="0" u="none" strike="noStrike" cap="none" dirty="0">
              <a:solidFill>
                <a:schemeClr val="dk1"/>
              </a:solidFill>
              <a:latin typeface="Rubik Light"/>
              <a:ea typeface="Rubik"/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✅ </a:t>
            </a:r>
            <a:r>
              <a:rPr lang="en-US" sz="1200" b="1" dirty="0">
                <a:solidFill>
                  <a:schemeClr val="dk1"/>
                </a:solidFill>
                <a:latin typeface="Rubik Light"/>
              </a:rPr>
              <a:t>Celery</a:t>
            </a:r>
            <a:endParaRPr lang="en-US" sz="1200" dirty="0">
              <a:solidFill>
                <a:schemeClr val="dk1"/>
              </a:solidFill>
              <a:latin typeface="Rubik Light"/>
            </a:endParaRPr>
          </a:p>
          <a:p>
            <a:pPr marL="171450" indent="-171450">
              <a:buChar char="•"/>
            </a:pPr>
            <a:r>
              <a:rPr lang="en-US" sz="1200" err="1">
                <a:solidFill>
                  <a:schemeClr val="dk1"/>
                </a:solidFill>
                <a:latin typeface="Rubik Light"/>
              </a:rPr>
              <a:t>Exécute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l’extraction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des données via API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ou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site web.</a:t>
            </a:r>
          </a:p>
          <a:p>
            <a:pPr marL="171450" indent="-171450">
              <a:buChar char="•"/>
            </a:pPr>
            <a:r>
              <a:rPr lang="en-US" sz="1200" dirty="0">
                <a:solidFill>
                  <a:schemeClr val="dk1"/>
                </a:solidFill>
                <a:latin typeface="Rubik Light"/>
              </a:rPr>
              <a:t>Pour le scraping :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solidFill>
                  <a:schemeClr val="dk1"/>
                </a:solidFill>
                <a:latin typeface="Rubik Light"/>
              </a:rPr>
              <a:t>Extraction des </a:t>
            </a:r>
            <a:r>
              <a:rPr lang="en-US" sz="1200" dirty="0" err="1">
                <a:solidFill>
                  <a:schemeClr val="dk1"/>
                </a:solidFill>
                <a:latin typeface="Rubik Light"/>
              </a:rPr>
              <a:t>listes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 Light"/>
              </a:rPr>
              <a:t>d'offres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issue </a:t>
            </a:r>
            <a:r>
              <a:rPr lang="en-US" sz="1200" dirty="0" err="1">
                <a:solidFill>
                  <a:schemeClr val="dk1"/>
                </a:solidFill>
                <a:latin typeface="Rubik Light"/>
              </a:rPr>
              <a:t>d’une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recherche =&gt; summaries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err="1">
                <a:solidFill>
                  <a:schemeClr val="dk1"/>
                </a:solidFill>
                <a:latin typeface="Rubik Light"/>
              </a:rPr>
              <a:t>Chaque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summary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est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ensuite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retraité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par Celery pour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récupérer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le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détail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de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l'offre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=&gt;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jobDetail</a:t>
            </a:r>
            <a:endParaRPr lang="en-US" sz="1200" dirty="0" err="1">
              <a:solidFill>
                <a:schemeClr val="dk1"/>
              </a:solidFill>
              <a:latin typeface="Rubik Light"/>
            </a:endParaRPr>
          </a:p>
          <a:p>
            <a:pPr marL="628650" lvl="1" indent="-171450">
              <a:buFont typeface="Courier New"/>
              <a:buChar char="o"/>
            </a:pPr>
            <a:endParaRPr lang="en-US" sz="1200" dirty="0">
              <a:solidFill>
                <a:schemeClr val="dk1"/>
              </a:solidFill>
              <a:latin typeface="Rubik Light"/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✅ </a:t>
            </a:r>
            <a:r>
              <a:rPr lang="en-US" sz="1200" b="1" dirty="0">
                <a:solidFill>
                  <a:schemeClr val="dk1"/>
                </a:solidFill>
                <a:latin typeface="Rubik Light"/>
              </a:rPr>
              <a:t>UID Commun</a:t>
            </a:r>
            <a:endParaRPr lang="fr-FR" sz="1200">
              <a:solidFill>
                <a:schemeClr val="dk1"/>
              </a:solidFill>
              <a:latin typeface="Rubik Light"/>
            </a:endParaRPr>
          </a:p>
          <a:p>
            <a:pPr marL="171450" indent="-171450">
              <a:buChar char="•"/>
            </a:pPr>
            <a:r>
              <a:rPr lang="en-US" sz="1200" dirty="0">
                <a:latin typeface="Rubik Light"/>
              </a:rPr>
              <a:t>UID </a:t>
            </a:r>
            <a:r>
              <a:rPr lang="en-US" sz="1200" dirty="0" err="1">
                <a:latin typeface="Rubik Light"/>
              </a:rPr>
              <a:t>commun</a:t>
            </a:r>
            <a:r>
              <a:rPr lang="en-US" sz="1200" dirty="0">
                <a:latin typeface="Rubik Light"/>
              </a:rPr>
              <a:t> des </a:t>
            </a:r>
            <a:r>
              <a:rPr lang="en-US" sz="1200" dirty="0" err="1">
                <a:latin typeface="Rubik Light"/>
              </a:rPr>
              <a:t>offres</a:t>
            </a:r>
            <a:r>
              <a:rPr lang="en-US" sz="1200" dirty="0">
                <a:latin typeface="Rubik Light"/>
              </a:rPr>
              <a:t> dans </a:t>
            </a:r>
            <a:r>
              <a:rPr lang="en-US" sz="1200" dirty="0" err="1">
                <a:latin typeface="Rubik Light"/>
              </a:rPr>
              <a:t>PostGres</a:t>
            </a:r>
            <a:r>
              <a:rPr lang="en-US" sz="1200" dirty="0">
                <a:latin typeface="Rubik Light"/>
              </a:rPr>
              <a:t> et </a:t>
            </a:r>
            <a:r>
              <a:rPr lang="en-US" sz="1200" dirty="0" err="1">
                <a:latin typeface="Rubik Light"/>
              </a:rPr>
              <a:t>ElasticSearch</a:t>
            </a:r>
            <a:r>
              <a:rPr lang="en-US" sz="1200" dirty="0">
                <a:latin typeface="Rubik Light"/>
              </a:rPr>
              <a:t> =&gt; </a:t>
            </a:r>
            <a:r>
              <a:rPr lang="en-US" sz="1200" dirty="0" err="1">
                <a:latin typeface="Rubik Light"/>
              </a:rPr>
              <a:t>hashage</a:t>
            </a:r>
            <a:r>
              <a:rPr lang="en-US" sz="1200" dirty="0">
                <a:latin typeface="Rubik Light"/>
              </a:rPr>
              <a:t> du </a:t>
            </a:r>
            <a:r>
              <a:rPr lang="en-US" sz="1200" dirty="0" err="1">
                <a:latin typeface="Rubik Light"/>
              </a:rPr>
              <a:t>titre</a:t>
            </a:r>
            <a:r>
              <a:rPr lang="en-US" sz="1200" dirty="0">
                <a:latin typeface="Rubik Light"/>
              </a:rPr>
              <a:t> + nom de </a:t>
            </a:r>
            <a:r>
              <a:rPr lang="en-US" sz="1200" dirty="0" err="1">
                <a:latin typeface="Rubik Light"/>
              </a:rPr>
              <a:t>l'entreprise</a:t>
            </a:r>
            <a:r>
              <a:rPr lang="en-US" sz="1200" dirty="0">
                <a:latin typeface="Rubik Light"/>
              </a:rPr>
              <a:t> + description</a:t>
            </a:r>
          </a:p>
          <a:p>
            <a:pPr marL="171450" indent="-171450">
              <a:buChar char="•"/>
            </a:pPr>
            <a:endParaRPr lang="en-US" sz="800" dirty="0">
              <a:latin typeface="Rubik Light"/>
            </a:endParaRPr>
          </a:p>
          <a:p>
            <a:r>
              <a:rPr lang="fr" sz="1200" dirty="0">
                <a:solidFill>
                  <a:schemeClr val="dk1"/>
                </a:solidFill>
                <a:latin typeface="Rubik Light"/>
                <a:cs typeface="Rubik Light"/>
              </a:rPr>
              <a:t>✅ </a:t>
            </a:r>
            <a:r>
              <a:rPr lang="fr" sz="1200" b="1" dirty="0">
                <a:solidFill>
                  <a:schemeClr val="dk1"/>
                </a:solidFill>
                <a:latin typeface="Rubik Light"/>
              </a:rPr>
              <a:t>Extraction «sémantique »</a:t>
            </a:r>
            <a:endParaRPr lang="en-US" sz="1200" b="1" dirty="0">
              <a:solidFill>
                <a:schemeClr val="dk1"/>
              </a:solidFill>
              <a:latin typeface="Rubik Light"/>
            </a:endParaRPr>
          </a:p>
          <a:p>
            <a:pPr marL="171450" indent="-171450">
              <a:buChar char="•"/>
            </a:pPr>
            <a:r>
              <a:rPr lang="en-US" sz="1200" dirty="0">
                <a:solidFill>
                  <a:schemeClr val="dk1"/>
                </a:solidFill>
                <a:latin typeface="Rubik Light"/>
              </a:rPr>
              <a:t>Extraction des données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depuis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la description,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basée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sur des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synonymes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=&gt;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librairie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Spacy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err="1">
                <a:solidFill>
                  <a:schemeClr val="dk1"/>
                </a:solidFill>
                <a:latin typeface="Rubik Light"/>
              </a:rPr>
              <a:t>compétences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(spark, python,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sql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etc..)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solidFill>
                  <a:schemeClr val="dk1"/>
                </a:solidFill>
                <a:latin typeface="Rubik Light"/>
              </a:rPr>
              <a:t>type de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contrat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 ( CDI,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CDD,Alternance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)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solidFill>
                  <a:schemeClr val="dk1"/>
                </a:solidFill>
                <a:latin typeface="Rubik Light"/>
              </a:rPr>
              <a:t>mode de travail (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présentiel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,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télétravail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,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hybride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)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solidFill>
                  <a:schemeClr val="dk1"/>
                </a:solidFill>
                <a:latin typeface="Rubik Light"/>
              </a:rPr>
              <a:t>durée de travail (temps plein, temps </a:t>
            </a:r>
            <a:r>
              <a:rPr lang="en-US" sz="1200" err="1">
                <a:solidFill>
                  <a:schemeClr val="dk1"/>
                </a:solidFill>
                <a:latin typeface="Rubik Light"/>
              </a:rPr>
              <a:t>partiel</a:t>
            </a:r>
            <a:r>
              <a:rPr lang="en-US" sz="1200" dirty="0">
                <a:solidFill>
                  <a:schemeClr val="dk1"/>
                </a:solidFill>
                <a:latin typeface="Rubik Light"/>
              </a:rPr>
              <a:t>)</a:t>
            </a:r>
          </a:p>
          <a:p>
            <a:endParaRPr lang="fr" sz="1200" dirty="0">
              <a:solidFill>
                <a:schemeClr val="dk1"/>
              </a:solidFill>
              <a:latin typeface="Rubik Light"/>
            </a:endParaRPr>
          </a:p>
          <a:p>
            <a:endParaRPr lang="fr" sz="1200" b="1" dirty="0">
              <a:solidFill>
                <a:schemeClr val="dk1"/>
              </a:solidFill>
              <a:latin typeface="Rubik Light"/>
              <a:cs typeface="Rubik Light"/>
            </a:endParaRPr>
          </a:p>
          <a:p>
            <a:pPr>
              <a:buSzPts val="1100"/>
            </a:pPr>
            <a:endParaRPr lang="fr-FR" sz="1200" dirty="0">
              <a:solidFill>
                <a:schemeClr val="dk1"/>
              </a:solidFill>
              <a:latin typeface="Rubik Light"/>
              <a:ea typeface="Rubik Light"/>
              <a:cs typeface="Rubik Light"/>
            </a:endParaRPr>
          </a:p>
          <a:p>
            <a:pPr>
              <a:buSzPts val="1400"/>
            </a:pPr>
            <a:endParaRPr lang="fr-FR" sz="1200" dirty="0">
              <a:solidFill>
                <a:schemeClr val="dk1"/>
              </a:solidFill>
              <a:latin typeface="Rubik Light"/>
              <a:ea typeface="Rubik Light"/>
              <a:cs typeface="Rubik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EC8493-35F8-E34F-2C3C-73E989BDC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78" y="374510"/>
            <a:ext cx="4481400" cy="550500"/>
          </a:xfrm>
        </p:spPr>
        <p:txBody>
          <a:bodyPr/>
          <a:lstStyle/>
          <a:p>
            <a:r>
              <a:rPr lang="fr-FR" dirty="0"/>
              <a:t>Extraction des données</a:t>
            </a:r>
            <a:endParaRPr lang="fr" sz="1200" b="1" dirty="0">
              <a:latin typeface="Rubik Light"/>
              <a:cs typeface="Rubik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7904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BB677A-0E29-2365-A6DD-015B30CF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533" y="492199"/>
            <a:ext cx="4481400" cy="550500"/>
          </a:xfrm>
        </p:spPr>
        <p:txBody>
          <a:bodyPr/>
          <a:lstStyle/>
          <a:p>
            <a:r>
              <a:rPr lang="fr-FR" dirty="0"/>
              <a:t>Consommation des données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3B7B851-FD8F-1B8D-4218-93D4D0F7F10E}"/>
              </a:ext>
            </a:extLst>
          </p:cNvPr>
          <p:cNvSpPr txBox="1"/>
          <p:nvPr/>
        </p:nvSpPr>
        <p:spPr>
          <a:xfrm>
            <a:off x="588351" y="1170089"/>
            <a:ext cx="4563482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fr-FR" sz="1200" dirty="0">
                <a:latin typeface="Rubik Light"/>
              </a:rPr>
            </a:br>
            <a:r>
              <a:rPr lang="fr-FR" sz="1200" dirty="0"/>
              <a:t>🔎 </a:t>
            </a:r>
            <a:r>
              <a:rPr lang="fr-FR" sz="1200" dirty="0">
                <a:latin typeface="Rubik Light"/>
              </a:rPr>
              <a:t>Le projet expose les données collectées via des APIs REST conçues avec le </a:t>
            </a:r>
            <a:r>
              <a:rPr lang="fr-FR" sz="1200" dirty="0" err="1">
                <a:latin typeface="Rubik Light"/>
              </a:rPr>
              <a:t>framework</a:t>
            </a:r>
            <a:r>
              <a:rPr lang="fr-FR" sz="1200" dirty="0">
                <a:latin typeface="Rubik Light"/>
              </a:rPr>
              <a:t> </a:t>
            </a:r>
            <a:r>
              <a:rPr lang="fr-FR" sz="1200" b="1" dirty="0" err="1">
                <a:latin typeface="Rubik Light"/>
              </a:rPr>
              <a:t>FastAPI</a:t>
            </a:r>
            <a:r>
              <a:rPr lang="fr-FR" sz="1200" dirty="0">
                <a:latin typeface="Rubik Light"/>
              </a:rPr>
              <a:t>.</a:t>
            </a:r>
          </a:p>
          <a:p>
            <a:br>
              <a:rPr lang="en-US" sz="1200" dirty="0">
                <a:latin typeface="Rubik Light"/>
              </a:rPr>
            </a:br>
            <a:r>
              <a:rPr lang="fr-FR" sz="1200" dirty="0">
                <a:latin typeface="Rubik Light"/>
              </a:rPr>
              <a:t>✅ Avantages de </a:t>
            </a:r>
            <a:r>
              <a:rPr lang="fr-FR" sz="1200" err="1">
                <a:latin typeface="Rubik Light"/>
              </a:rPr>
              <a:t>FastAPI</a:t>
            </a:r>
            <a:endParaRPr lang="fr-FR" sz="1200" dirty="0">
              <a:latin typeface="Rubik Light"/>
            </a:endParaRPr>
          </a:p>
          <a:p>
            <a:endParaRPr lang="fr-FR" sz="1200" dirty="0">
              <a:latin typeface="Rubik Light"/>
            </a:endParaRP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🚀 Rapidité et performance </a:t>
            </a: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⚡ Asynchrone et scalable </a:t>
            </a: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🛡️ Validation automatique </a:t>
            </a: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📄 Documentation intégrée</a:t>
            </a: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🔒 Sécurité intégrée </a:t>
            </a:r>
            <a:endParaRPr lang="fr-FR" sz="1200">
              <a:latin typeface="Rubik Light"/>
            </a:endParaRPr>
          </a:p>
          <a:p>
            <a:endParaRPr lang="en-US" sz="1200" dirty="0">
              <a:latin typeface="Rubik Light"/>
            </a:endParaRPr>
          </a:p>
          <a:p>
            <a:endParaRPr lang="en-US" sz="1200" dirty="0">
              <a:latin typeface="Rubik Light"/>
            </a:endParaRPr>
          </a:p>
          <a:p>
            <a:r>
              <a:rPr lang="fr-FR" sz="1200" dirty="0">
                <a:latin typeface="Rubik Light"/>
              </a:rPr>
              <a:t>🎯 Ces APIs légères et rapides sont les portes d’entrées pour la consommation et la visualisation des données.</a:t>
            </a:r>
          </a:p>
          <a:p>
            <a:endParaRPr lang="fr-FR" sz="1200" dirty="0">
              <a:latin typeface="Rubik Light"/>
            </a:endParaRPr>
          </a:p>
        </p:txBody>
      </p:sp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2076D4EF-AD07-DDF3-B080-D21561EDD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786" y="488873"/>
            <a:ext cx="2959620" cy="39109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E43166B6-11B3-E967-0107-2EDB22D8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0A1CBD-39C4-C397-012D-5CE2276B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86" y="320695"/>
            <a:ext cx="5045379" cy="550500"/>
          </a:xfrm>
        </p:spPr>
        <p:txBody>
          <a:bodyPr/>
          <a:lstStyle/>
          <a:p>
            <a:r>
              <a:rPr lang="fr-FR" dirty="0"/>
              <a:t>Tableaux de bord et visualisation</a:t>
            </a:r>
          </a:p>
        </p:txBody>
      </p:sp>
      <p:pic>
        <p:nvPicPr>
          <p:cNvPr id="2" name="Image 1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113C6F75-2D1A-65A2-76EF-47504C06E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61" y="2887579"/>
            <a:ext cx="3287080" cy="194009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D71D4C1-ADEC-7597-BF36-E931B29407AD}"/>
              </a:ext>
            </a:extLst>
          </p:cNvPr>
          <p:cNvSpPr txBox="1"/>
          <p:nvPr/>
        </p:nvSpPr>
        <p:spPr>
          <a:xfrm>
            <a:off x="4331369" y="2887576"/>
            <a:ext cx="406065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Rubik Light"/>
              </a:rPr>
              <a:t>🚀 </a:t>
            </a:r>
            <a:r>
              <a:rPr lang="fr-FR" sz="1200" b="1" dirty="0">
                <a:latin typeface="Rubik Light"/>
              </a:rPr>
              <a:t>Avantages</a:t>
            </a: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Outil léger, rapide et moderne, facile à déployer.</a:t>
            </a: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Permet de partager rapidement les résultats et de visualiser les données.</a:t>
            </a:r>
          </a:p>
          <a:p>
            <a:pPr marL="285750" indent="-285750">
              <a:buChar char="•"/>
            </a:pPr>
            <a:endParaRPr lang="fr-FR" sz="1200" dirty="0">
              <a:latin typeface="Rubik Light"/>
            </a:endParaRPr>
          </a:p>
          <a:p>
            <a:pPr algn="l"/>
            <a:endParaRPr lang="fr-FR" sz="1200" dirty="0">
              <a:latin typeface="Rubik Ligh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1B0B0B1-02C3-D876-C459-5DBDED21EF9A}"/>
              </a:ext>
            </a:extLst>
          </p:cNvPr>
          <p:cNvSpPr txBox="1"/>
          <p:nvPr/>
        </p:nvSpPr>
        <p:spPr>
          <a:xfrm>
            <a:off x="503822" y="1045243"/>
            <a:ext cx="842210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Rubik Light"/>
              </a:rPr>
              <a:t>🔎 </a:t>
            </a:r>
            <a:r>
              <a:rPr lang="fr-FR" sz="1200" b="1" dirty="0" err="1">
                <a:latin typeface="Rubik Light"/>
              </a:rPr>
              <a:t>Streamlit</a:t>
            </a:r>
            <a:r>
              <a:rPr lang="fr-FR" sz="1200" dirty="0">
                <a:latin typeface="Rubik Light"/>
              </a:rPr>
              <a:t> </a:t>
            </a:r>
            <a:endParaRPr lang="fr-FR" dirty="0"/>
          </a:p>
          <a:p>
            <a:pPr marL="171450" indent="-171450">
              <a:buChar char="•"/>
            </a:pPr>
            <a:r>
              <a:rPr lang="fr-FR" sz="1200" dirty="0">
                <a:latin typeface="Rubik Light"/>
              </a:rPr>
              <a:t>Fournit une interface web dynamique pour visualiser et interagir avec les résultats du pipeline.</a:t>
            </a:r>
            <a:endParaRPr lang="fr-FR" dirty="0"/>
          </a:p>
          <a:p>
            <a:pPr marL="171450" indent="-171450">
              <a:buChar char="•"/>
            </a:pPr>
            <a:r>
              <a:rPr lang="fr-FR" sz="1200" dirty="0">
                <a:latin typeface="Rubik Light"/>
              </a:rPr>
              <a:t>Permet de naviguer facilement dans les offres d’emploi collectées et de réaliser des filtres avancés.</a:t>
            </a:r>
            <a:endParaRPr lang="fr-FR"/>
          </a:p>
          <a:p>
            <a:pPr marL="171450" indent="-171450">
              <a:buChar char="•"/>
            </a:pPr>
            <a:endParaRPr lang="fr-FR" sz="1200" dirty="0">
              <a:latin typeface="Rubik Light"/>
              <a:cs typeface="Rubik Light"/>
            </a:endParaRPr>
          </a:p>
          <a:p>
            <a:r>
              <a:rPr lang="fr-FR" sz="1200" dirty="0">
                <a:latin typeface="Rubik Light"/>
                <a:cs typeface="Rubik Light"/>
              </a:rPr>
              <a:t>✅</a:t>
            </a:r>
            <a:r>
              <a:rPr lang="en-US" sz="1200" b="1" dirty="0">
                <a:latin typeface="Rubik Light"/>
                <a:cs typeface="Rubik Light"/>
              </a:rPr>
              <a:t>️ </a:t>
            </a:r>
            <a:r>
              <a:rPr lang="en-US" sz="1200" b="1" dirty="0" err="1">
                <a:latin typeface="Rubik Light"/>
                <a:cs typeface="Rubik Light"/>
              </a:rPr>
              <a:t>Principales</a:t>
            </a:r>
            <a:r>
              <a:rPr lang="en-US" sz="1200" b="1" dirty="0">
                <a:latin typeface="Rubik Light"/>
                <a:cs typeface="Rubik Light"/>
              </a:rPr>
              <a:t> </a:t>
            </a:r>
            <a:r>
              <a:rPr lang="en-US" sz="1200" b="1" dirty="0" err="1">
                <a:latin typeface="Rubik Light"/>
                <a:cs typeface="Rubik Light"/>
              </a:rPr>
              <a:t>fonctionnalités</a:t>
            </a:r>
            <a:endParaRPr lang="en-US" sz="1200" dirty="0">
              <a:latin typeface="Rubik Light"/>
              <a:cs typeface="Rubik Light"/>
            </a:endParaRPr>
          </a:p>
          <a:p>
            <a:pPr marL="228600" indent="-228600">
              <a:buChar char="•"/>
            </a:pPr>
            <a:r>
              <a:rPr lang="en-US" sz="1200" dirty="0">
                <a:latin typeface="Rubik Light"/>
                <a:cs typeface="Rubik Light"/>
              </a:rPr>
              <a:t>Tableaux </a:t>
            </a:r>
            <a:r>
              <a:rPr lang="en-US" sz="1200" dirty="0" err="1">
                <a:latin typeface="Rubik Light"/>
                <a:cs typeface="Rubik Light"/>
              </a:rPr>
              <a:t>dynamiques</a:t>
            </a:r>
            <a:r>
              <a:rPr lang="en-US" sz="1200" dirty="0">
                <a:latin typeface="Rubik Light"/>
                <a:cs typeface="Rubik Light"/>
              </a:rPr>
              <a:t> : </a:t>
            </a:r>
            <a:r>
              <a:rPr lang="en-US" sz="1200" dirty="0" err="1">
                <a:latin typeface="Rubik Light"/>
                <a:cs typeface="Rubik Light"/>
              </a:rPr>
              <a:t>visualisation</a:t>
            </a:r>
            <a:r>
              <a:rPr lang="en-US" sz="1200" dirty="0">
                <a:latin typeface="Rubik Light"/>
                <a:cs typeface="Rubik Light"/>
              </a:rPr>
              <a:t> des </a:t>
            </a:r>
            <a:r>
              <a:rPr lang="en-US" sz="1200" dirty="0" err="1">
                <a:latin typeface="Rubik Light"/>
                <a:cs typeface="Rubik Light"/>
              </a:rPr>
              <a:t>offres</a:t>
            </a:r>
            <a:r>
              <a:rPr lang="en-US" sz="1200" dirty="0">
                <a:latin typeface="Rubik Light"/>
                <a:cs typeface="Rubik Light"/>
              </a:rPr>
              <a:t> </a:t>
            </a:r>
            <a:r>
              <a:rPr lang="en-US" sz="1200" dirty="0" err="1">
                <a:latin typeface="Rubik Light"/>
                <a:cs typeface="Rubik Light"/>
              </a:rPr>
              <a:t>d'emplois</a:t>
            </a:r>
            <a:r>
              <a:rPr lang="en-US" sz="1200" dirty="0"/>
              <a:t>.</a:t>
            </a:r>
          </a:p>
          <a:p>
            <a:pPr marL="228600" indent="-228600">
              <a:buChar char="•"/>
            </a:pPr>
            <a:r>
              <a:rPr lang="en-US" sz="1200" dirty="0" err="1">
                <a:latin typeface="Rubik Light"/>
                <a:cs typeface="Rubik Light"/>
              </a:rPr>
              <a:t>Filtres</a:t>
            </a:r>
            <a:r>
              <a:rPr lang="en-US" sz="1200" dirty="0">
                <a:latin typeface="Rubik Light"/>
                <a:cs typeface="Rubik Light"/>
              </a:rPr>
              <a:t> </a:t>
            </a:r>
            <a:r>
              <a:rPr lang="en-US" sz="1200" dirty="0" err="1">
                <a:latin typeface="Rubik Light"/>
                <a:cs typeface="Rubik Light"/>
              </a:rPr>
              <a:t>interactifs</a:t>
            </a:r>
            <a:r>
              <a:rPr lang="en-US" sz="1200" dirty="0">
                <a:latin typeface="Rubik Light"/>
                <a:cs typeface="Rubik Light"/>
              </a:rPr>
              <a:t> : recherche par métier, </a:t>
            </a:r>
            <a:r>
              <a:rPr lang="en-US" sz="1200" dirty="0" err="1">
                <a:latin typeface="Rubik Light"/>
                <a:cs typeface="Rubik Light"/>
              </a:rPr>
              <a:t>compétences</a:t>
            </a:r>
            <a:r>
              <a:rPr lang="en-US" sz="1200" dirty="0">
                <a:latin typeface="Rubik Light"/>
                <a:cs typeface="Rubik Light"/>
              </a:rPr>
              <a:t>.</a:t>
            </a:r>
          </a:p>
          <a:p>
            <a:pPr marL="228600" indent="-228600">
              <a:buChar char="•"/>
            </a:pPr>
            <a:r>
              <a:rPr lang="en-US" sz="1200" dirty="0">
                <a:latin typeface="Rubik Light"/>
                <a:cs typeface="Rubik Light"/>
              </a:rPr>
              <a:t>Graphiques &amp; analyses : </a:t>
            </a:r>
            <a:r>
              <a:rPr lang="en-US" sz="1200" dirty="0" err="1">
                <a:latin typeface="Rubik Light"/>
                <a:cs typeface="Rubik Light"/>
              </a:rPr>
              <a:t>affichage</a:t>
            </a:r>
            <a:r>
              <a:rPr lang="en-US" sz="1200" dirty="0">
                <a:latin typeface="Rubik Light"/>
                <a:cs typeface="Rubik Light"/>
              </a:rPr>
              <a:t> des tendances du </a:t>
            </a:r>
            <a:r>
              <a:rPr lang="en-US" sz="1200" dirty="0" err="1">
                <a:latin typeface="Rubik Light"/>
                <a:cs typeface="Rubik Light"/>
              </a:rPr>
              <a:t>marché</a:t>
            </a:r>
            <a:r>
              <a:rPr lang="en-US" sz="1200" dirty="0">
                <a:latin typeface="Rubik Light"/>
                <a:cs typeface="Rubik Light"/>
              </a:rPr>
              <a:t> (</a:t>
            </a:r>
            <a:r>
              <a:rPr lang="en-US" sz="1200" dirty="0" err="1">
                <a:latin typeface="Rubik Light"/>
                <a:cs typeface="Rubik Light"/>
              </a:rPr>
              <a:t>secteurs</a:t>
            </a:r>
            <a:r>
              <a:rPr lang="en-US" sz="1200" dirty="0">
                <a:latin typeface="Rubik Light"/>
                <a:cs typeface="Rubik Light"/>
              </a:rPr>
              <a:t> qui </a:t>
            </a:r>
            <a:r>
              <a:rPr lang="en-US" sz="1200" dirty="0" err="1">
                <a:latin typeface="Rubik Light"/>
                <a:cs typeface="Rubik Light"/>
              </a:rPr>
              <a:t>recrutent</a:t>
            </a:r>
            <a:r>
              <a:rPr lang="en-US" sz="1200" dirty="0">
                <a:latin typeface="Rubik Light"/>
                <a:cs typeface="Rubik Light"/>
              </a:rPr>
              <a:t>, </a:t>
            </a:r>
            <a:r>
              <a:rPr lang="en-US" sz="1200" dirty="0" err="1">
                <a:latin typeface="Rubik Light"/>
                <a:cs typeface="Rubik Light"/>
              </a:rPr>
              <a:t>compétences</a:t>
            </a:r>
            <a:r>
              <a:rPr lang="en-US" sz="1200" dirty="0">
                <a:latin typeface="Rubik Light"/>
                <a:cs typeface="Rubik Light"/>
              </a:rPr>
              <a:t> … ).</a:t>
            </a:r>
          </a:p>
          <a:p>
            <a:pPr marL="228600" indent="-228600">
              <a:buChar char="•"/>
            </a:pPr>
            <a:r>
              <a:rPr lang="en-US" sz="1200" dirty="0">
                <a:latin typeface="Rubik Light"/>
                <a:cs typeface="Rubik Light"/>
              </a:rPr>
              <a:t>Mise à jour </a:t>
            </a:r>
            <a:r>
              <a:rPr lang="en-US" sz="1200" dirty="0" err="1">
                <a:latin typeface="Rubik Light"/>
                <a:cs typeface="Rubik Light"/>
              </a:rPr>
              <a:t>en</a:t>
            </a:r>
            <a:r>
              <a:rPr lang="en-US" sz="1200" dirty="0">
                <a:latin typeface="Rubik Light"/>
                <a:cs typeface="Rubik Light"/>
              </a:rPr>
              <a:t> temps </a:t>
            </a:r>
            <a:r>
              <a:rPr lang="en-US" sz="1200" dirty="0" err="1">
                <a:latin typeface="Rubik Light"/>
                <a:cs typeface="Rubik Light"/>
              </a:rPr>
              <a:t>réel</a:t>
            </a:r>
            <a:r>
              <a:rPr lang="en-US" sz="1200" dirty="0">
                <a:latin typeface="Rubik Light"/>
                <a:cs typeface="Rubik Light"/>
              </a:rPr>
              <a:t> avec les données issues de PostgreSQL et Elasticsearch.</a:t>
            </a:r>
            <a:endParaRPr lang="fr-FR" dirty="0"/>
          </a:p>
          <a:p>
            <a:endParaRPr lang="fr-FR" sz="1200" dirty="0">
              <a:latin typeface="Rubik Light"/>
            </a:endParaRPr>
          </a:p>
        </p:txBody>
      </p:sp>
    </p:spTree>
    <p:extLst>
      <p:ext uri="{BB962C8B-B14F-4D97-AF65-F5344CB8AC3E}">
        <p14:creationId xmlns:p14="http://schemas.microsoft.com/office/powerpoint/2010/main" val="8745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3BEBC-A0B7-7791-6FAD-032457EA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006" y="305655"/>
            <a:ext cx="4481400" cy="550500"/>
          </a:xfrm>
        </p:spPr>
        <p:txBody>
          <a:bodyPr/>
          <a:lstStyle/>
          <a:p>
            <a:r>
              <a:rPr lang="fr-FR" dirty="0"/>
              <a:t>Monitoring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DACE760-AA9D-630B-3027-53A637D3A304}"/>
              </a:ext>
            </a:extLst>
          </p:cNvPr>
          <p:cNvSpPr txBox="1"/>
          <p:nvPr/>
        </p:nvSpPr>
        <p:spPr>
          <a:xfrm>
            <a:off x="556460" y="977565"/>
            <a:ext cx="721142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Rubik Light"/>
              </a:rPr>
              <a:t>🔎 </a:t>
            </a:r>
            <a:r>
              <a:rPr lang="fr-FR" sz="1200" b="1" dirty="0">
                <a:latin typeface="Rubik Light"/>
              </a:rPr>
              <a:t>Objectif</a:t>
            </a:r>
            <a:br>
              <a:rPr lang="fr-FR" sz="1200" dirty="0">
                <a:latin typeface="Rubik Light"/>
              </a:rPr>
            </a:br>
            <a:r>
              <a:rPr lang="fr-FR" sz="1200" dirty="0">
                <a:latin typeface="Rubik Light"/>
              </a:rPr>
              <a:t> ✅ Surveiller l’état de santé des bases de données et des composants critiques du pipeline (PostgreSQL, </a:t>
            </a:r>
            <a:r>
              <a:rPr lang="fr-FR" sz="1200" err="1">
                <a:latin typeface="Rubik Light"/>
              </a:rPr>
              <a:t>Elasticsearch</a:t>
            </a:r>
            <a:r>
              <a:rPr lang="fr-FR" sz="1200" dirty="0">
                <a:latin typeface="Rubik Light"/>
              </a:rPr>
              <a:t>).</a:t>
            </a:r>
            <a:br>
              <a:rPr lang="fr-FR" sz="1200" dirty="0">
                <a:latin typeface="Rubik Light"/>
              </a:rPr>
            </a:br>
            <a:r>
              <a:rPr lang="fr-FR" sz="1200" dirty="0">
                <a:latin typeface="Rubik Light"/>
              </a:rPr>
              <a:t> ✅ Identifier les goulets d’étranglement, les erreurs et les performances en temps réel.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2A0D82E-D4BE-FB61-A5DE-C66DAA1ED4DE}"/>
              </a:ext>
            </a:extLst>
          </p:cNvPr>
          <p:cNvSpPr txBox="1"/>
          <p:nvPr/>
        </p:nvSpPr>
        <p:spPr>
          <a:xfrm>
            <a:off x="548940" y="1977691"/>
            <a:ext cx="412081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Rubik Light"/>
              </a:rPr>
              <a:t>⚙️ </a:t>
            </a:r>
            <a:r>
              <a:rPr lang="fr-FR" sz="1200" b="1" err="1">
                <a:latin typeface="Rubik Light"/>
              </a:rPr>
              <a:t>Prometheus</a:t>
            </a:r>
            <a:endParaRPr lang="fr-FR" sz="1200" b="1">
              <a:latin typeface="Rubik Light"/>
            </a:endParaRP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Collecte automatiquement les métriques de tous les services et bases de données.</a:t>
            </a: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Stocke les données temporelles pour les analyses historiques.</a:t>
            </a:r>
          </a:p>
          <a:p>
            <a:pPr marL="285750" indent="-285750">
              <a:buChar char="•"/>
            </a:pPr>
            <a:r>
              <a:rPr lang="fr-FR" sz="1200" dirty="0"/>
              <a:t>Prêt à l’emploi avec des </a:t>
            </a:r>
            <a:r>
              <a:rPr lang="fr-FR" sz="1200" err="1"/>
              <a:t>exporters</a:t>
            </a:r>
            <a:r>
              <a:rPr lang="fr-FR" sz="1200" dirty="0"/>
              <a:t> dédiés pour PostgreSQL et </a:t>
            </a:r>
            <a:r>
              <a:rPr lang="fr-FR" sz="1200" err="1"/>
              <a:t>Elasticsearch</a:t>
            </a:r>
            <a:r>
              <a:rPr lang="fr-FR" sz="1200" dirty="0"/>
              <a:t>.</a:t>
            </a:r>
            <a:endParaRPr lang="fr-FR" sz="1200" dirty="0">
              <a:latin typeface="Rubik Light"/>
            </a:endParaRPr>
          </a:p>
          <a:p>
            <a:endParaRPr lang="fr-FR" sz="1200" dirty="0">
              <a:latin typeface="Rubik Ligh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EFE79C5-B15F-95D1-CAB0-11654787B09B}"/>
              </a:ext>
            </a:extLst>
          </p:cNvPr>
          <p:cNvSpPr txBox="1"/>
          <p:nvPr/>
        </p:nvSpPr>
        <p:spPr>
          <a:xfrm>
            <a:off x="4947986" y="1977691"/>
            <a:ext cx="363955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Rubik Light"/>
              </a:rPr>
              <a:t>📊 </a:t>
            </a:r>
            <a:r>
              <a:rPr lang="fr-FR" sz="1200" b="1" err="1">
                <a:latin typeface="Rubik Light"/>
              </a:rPr>
              <a:t>Grafana</a:t>
            </a:r>
            <a:endParaRPr lang="fr-FR" sz="1200" b="1">
              <a:latin typeface="Rubik Light"/>
            </a:endParaRP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Crée des </a:t>
            </a:r>
            <a:r>
              <a:rPr lang="fr-FR" sz="1200" dirty="0" err="1">
                <a:latin typeface="Rubik Light"/>
              </a:rPr>
              <a:t>dashboards</a:t>
            </a:r>
            <a:r>
              <a:rPr lang="fr-FR" sz="1200" dirty="0">
                <a:latin typeface="Rubik Light"/>
              </a:rPr>
              <a:t> dynamiques pour visualiser les métriques clés.</a:t>
            </a: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Permet de configurer des alertes personnalisées.</a:t>
            </a:r>
          </a:p>
          <a:p>
            <a:pPr marL="285750" indent="-285750">
              <a:buChar char="•"/>
            </a:pPr>
            <a:r>
              <a:rPr lang="fr-FR" sz="1200" dirty="0">
                <a:latin typeface="Rubik Light"/>
              </a:rPr>
              <a:t>Interface claire et conviviale pour analyser les tendances et les incidents.</a:t>
            </a:r>
          </a:p>
          <a:p>
            <a:pPr algn="l"/>
            <a:endParaRPr lang="fr-FR" sz="1200" dirty="0">
              <a:latin typeface="Rubik Ligh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F28868F-E0D5-5999-E80D-1DE212D376BF}"/>
              </a:ext>
            </a:extLst>
          </p:cNvPr>
          <p:cNvSpPr txBox="1"/>
          <p:nvPr/>
        </p:nvSpPr>
        <p:spPr>
          <a:xfrm>
            <a:off x="556460" y="3669631"/>
            <a:ext cx="767013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Rubik Light"/>
              </a:rPr>
              <a:t>🚀 </a:t>
            </a:r>
            <a:r>
              <a:rPr lang="fr-FR" sz="1200" b="1" dirty="0">
                <a:latin typeface="Rubik Light"/>
              </a:rPr>
              <a:t>Avantages</a:t>
            </a:r>
            <a:br>
              <a:rPr lang="fr-FR" sz="1200" dirty="0">
                <a:latin typeface="Rubik Light"/>
              </a:rPr>
            </a:br>
            <a:r>
              <a:rPr lang="fr-FR" sz="1200" dirty="0">
                <a:latin typeface="Rubik Light"/>
              </a:rPr>
              <a:t> ✅ Visibilité complète sur la santé du pipeline et des bases de données.</a:t>
            </a:r>
            <a:br>
              <a:rPr lang="fr-FR" sz="1200" dirty="0">
                <a:latin typeface="Rubik Light"/>
              </a:rPr>
            </a:br>
            <a:r>
              <a:rPr lang="fr-FR" sz="1200" dirty="0">
                <a:latin typeface="Rubik Light"/>
              </a:rPr>
              <a:t> ✅ Anticipation des incidents grâce aux alertes configurables.</a:t>
            </a:r>
            <a:br>
              <a:rPr lang="fr-FR" sz="1200" dirty="0">
                <a:latin typeface="Rubik Light"/>
              </a:rPr>
            </a:br>
            <a:endParaRPr lang="fr-FR" sz="1200" dirty="0">
              <a:latin typeface="Rubik Light"/>
            </a:endParaRPr>
          </a:p>
        </p:txBody>
      </p:sp>
    </p:spTree>
    <p:extLst>
      <p:ext uri="{BB962C8B-B14F-4D97-AF65-F5344CB8AC3E}">
        <p14:creationId xmlns:p14="http://schemas.microsoft.com/office/powerpoint/2010/main" val="991426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3989F5F-2875-E588-04B7-0ECB4ADBE3E3}"/>
              </a:ext>
            </a:extLst>
          </p:cNvPr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F5FA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rot="0" spcFirstLastPara="1" vertOverflow="overflow" horzOverflow="overflow" vert="horz" wrap="square" lIns="91425" tIns="91425" rIns="91425" bIns="91425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4250"/>
            </a:pPr>
            <a:r>
              <a:rPr lang="en-US" sz="2000" b="0" i="0" u="none" strike="noStrike" cap="none">
                <a:solidFill>
                  <a:schemeClr val="dk1"/>
                </a:solidFill>
              </a:rPr>
              <a:t>👉 Monitoring de PostgreSQL</a:t>
            </a:r>
          </a:p>
        </p:txBody>
      </p:sp>
      <p:pic>
        <p:nvPicPr>
          <p:cNvPr id="5" name="Image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04B068FD-B164-A883-6D21-C80A766CD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97" y="1193186"/>
            <a:ext cx="6829605" cy="341480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7"/>
          <p:cNvSpPr/>
          <p:nvPr/>
        </p:nvSpPr>
        <p:spPr>
          <a:xfrm>
            <a:off x="1179450" y="2184100"/>
            <a:ext cx="6664200" cy="896100"/>
          </a:xfrm>
          <a:prstGeom prst="rect">
            <a:avLst/>
          </a:prstGeom>
          <a:solidFill>
            <a:srgbClr val="26DBE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7"/>
          <p:cNvSpPr txBox="1">
            <a:spLocks noGrp="1"/>
          </p:cNvSpPr>
          <p:nvPr>
            <p:ph type="title"/>
          </p:nvPr>
        </p:nvSpPr>
        <p:spPr>
          <a:xfrm>
            <a:off x="1302721" y="2095625"/>
            <a:ext cx="6605700" cy="896100"/>
          </a:xfrm>
          <a:prstGeom prst="rect">
            <a:avLst/>
          </a:prstGeom>
          <a:solidFill>
            <a:srgbClr val="F5FAFF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Démonstration</a:t>
            </a:r>
            <a:endParaRPr lang="fr-FR" dirty="0"/>
          </a:p>
        </p:txBody>
      </p:sp>
      <p:pic>
        <p:nvPicPr>
          <p:cNvPr id="382" name="Google Shape;382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6253" y="1036560"/>
            <a:ext cx="1294623" cy="1183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>
          <a:extLst>
            <a:ext uri="{FF2B5EF4-FFF2-40B4-BE49-F238E27FC236}">
              <a16:creationId xmlns:a16="http://schemas.microsoft.com/office/drawing/2014/main" id="{E146051C-19F4-5BB0-D803-C44074A26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2">
            <a:extLst>
              <a:ext uri="{FF2B5EF4-FFF2-40B4-BE49-F238E27FC236}">
                <a16:creationId xmlns:a16="http://schemas.microsoft.com/office/drawing/2014/main" id="{E507875A-A487-A09A-B502-78DCC9DC3D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9572" y="268057"/>
            <a:ext cx="4481400" cy="550500"/>
          </a:xfrm>
          <a:prstGeom prst="rect">
            <a:avLst/>
          </a:prstGeom>
          <a:solidFill>
            <a:srgbClr val="F5FA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" dirty="0"/>
              <a:t>Bilan et perspectives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A7FD82F-D040-C9F7-658C-F0B67BFE4DCD}"/>
              </a:ext>
            </a:extLst>
          </p:cNvPr>
          <p:cNvSpPr txBox="1"/>
          <p:nvPr/>
        </p:nvSpPr>
        <p:spPr>
          <a:xfrm>
            <a:off x="383505" y="894847"/>
            <a:ext cx="8211551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 dirty="0">
                <a:latin typeface="Rubik Light"/>
              </a:rPr>
              <a:t>🔎 </a:t>
            </a:r>
            <a:r>
              <a:rPr lang="fr-FR" sz="1200" b="1" u="sng" dirty="0">
                <a:latin typeface="Rubik Light"/>
              </a:rPr>
              <a:t>Bilan</a:t>
            </a:r>
            <a:endParaRPr lang="fr-FR" sz="1200" u="sng" dirty="0">
              <a:latin typeface="Rubik Light"/>
            </a:endParaRPr>
          </a:p>
          <a:p>
            <a:br>
              <a:rPr lang="fr-FR" sz="1200" dirty="0">
                <a:latin typeface="Rubik Light"/>
              </a:rPr>
            </a:br>
            <a:r>
              <a:rPr lang="fr-FR" sz="1200" dirty="0">
                <a:latin typeface="Rubik Light"/>
              </a:rPr>
              <a:t> ✅ Un challenge stimulant et enrichissant avec l’apprentissage de nombreuses technologies.</a:t>
            </a:r>
            <a:br>
              <a:rPr lang="fr-FR" sz="1200" dirty="0">
                <a:latin typeface="Rubik Light"/>
              </a:rPr>
            </a:br>
            <a:r>
              <a:rPr lang="fr-FR" sz="1200" dirty="0">
                <a:latin typeface="Rubik Light"/>
              </a:rPr>
              <a:t> ✅ Un pipeline automatisé, scalable et résilient, capable de scraper, stocker et rechercher des offres d’emploi efficacement</a:t>
            </a:r>
          </a:p>
          <a:p>
            <a:endParaRPr lang="fr-FR" sz="800" dirty="0">
              <a:latin typeface="Rubik Light"/>
            </a:endParaRPr>
          </a:p>
          <a:p>
            <a:r>
              <a:rPr lang="fr-FR" sz="1200" b="1" u="sng" dirty="0">
                <a:latin typeface="Rubik Light"/>
              </a:rPr>
              <a:t>🚀 Perspectives / améliorations</a:t>
            </a:r>
          </a:p>
          <a:p>
            <a:endParaRPr lang="fr-FR" sz="800" dirty="0">
              <a:latin typeface="Rubik Light"/>
            </a:endParaRPr>
          </a:p>
          <a:p>
            <a:r>
              <a:rPr lang="fr-FR" sz="1200" dirty="0">
                <a:solidFill>
                  <a:schemeClr val="dk1"/>
                </a:solidFill>
                <a:latin typeface="Rubik Light"/>
                <a:cs typeface="Rubik Light"/>
              </a:rPr>
              <a:t>👉  </a:t>
            </a:r>
            <a:r>
              <a:rPr lang="fr-FR" sz="1200" b="1" dirty="0">
                <a:solidFill>
                  <a:srgbClr val="1D1C1D"/>
                </a:solidFill>
                <a:latin typeface="Rubik Light"/>
              </a:rPr>
              <a:t>Scalabilité</a:t>
            </a:r>
            <a:endParaRPr lang="fr-FR" sz="1200" b="1" dirty="0">
              <a:latin typeface="Rubik Light"/>
            </a:endParaRPr>
          </a:p>
          <a:p>
            <a:pPr marL="285750" indent="-285750">
              <a:buChar char="•"/>
            </a:pPr>
            <a:r>
              <a:rPr lang="fr-FR" sz="1200" dirty="0">
                <a:solidFill>
                  <a:srgbClr val="1D1C1D"/>
                </a:solidFill>
                <a:latin typeface="Rubik Light"/>
              </a:rPr>
              <a:t>Utilisation de profil </a:t>
            </a:r>
            <a:r>
              <a:rPr lang="fr-FR" sz="1200" err="1">
                <a:solidFill>
                  <a:srgbClr val="1D1C1D"/>
                </a:solidFill>
                <a:latin typeface="Rubik Light"/>
              </a:rPr>
              <a:t>json</a:t>
            </a:r>
            <a:r>
              <a:rPr lang="fr-FR" sz="1200" dirty="0">
                <a:solidFill>
                  <a:srgbClr val="1D1C1D"/>
                </a:solidFill>
                <a:latin typeface="Rubik Light"/>
              </a:rPr>
              <a:t> pour le </a:t>
            </a:r>
            <a:r>
              <a:rPr lang="fr-FR" sz="1200" err="1">
                <a:solidFill>
                  <a:srgbClr val="1D1C1D"/>
                </a:solidFill>
                <a:latin typeface="Rubik Light"/>
              </a:rPr>
              <a:t>scrap</a:t>
            </a:r>
            <a:r>
              <a:rPr lang="fr-FR" sz="1200" dirty="0">
                <a:solidFill>
                  <a:srgbClr val="1D1C1D"/>
                </a:solidFill>
                <a:latin typeface="Rubik Light"/>
              </a:rPr>
              <a:t> =&gt; plus besoin de développement spécifique</a:t>
            </a:r>
            <a:endParaRPr lang="fr-FR" sz="1200">
              <a:latin typeface="Rubik Light"/>
            </a:endParaRPr>
          </a:p>
          <a:p>
            <a:pPr marL="285750" indent="-285750">
              <a:buChar char="•"/>
            </a:pPr>
            <a:r>
              <a:rPr lang="fr-FR" sz="1200" dirty="0">
                <a:solidFill>
                  <a:srgbClr val="1D1C1D"/>
                </a:solidFill>
                <a:latin typeface="Rubik Light"/>
              </a:rPr>
              <a:t>Ajout/suppression de </a:t>
            </a:r>
            <a:r>
              <a:rPr lang="fr-FR" sz="1200" dirty="0" err="1">
                <a:solidFill>
                  <a:srgbClr val="1D1C1D"/>
                </a:solidFill>
                <a:latin typeface="Rubik Light"/>
              </a:rPr>
              <a:t>replicas</a:t>
            </a:r>
            <a:r>
              <a:rPr lang="fr-FR" sz="1200" dirty="0">
                <a:solidFill>
                  <a:srgbClr val="1D1C1D"/>
                </a:solidFill>
                <a:latin typeface="Rubik Light"/>
              </a:rPr>
              <a:t> </a:t>
            </a:r>
            <a:r>
              <a:rPr lang="fr-FR" sz="1200" dirty="0" err="1">
                <a:solidFill>
                  <a:srgbClr val="1D1C1D"/>
                </a:solidFill>
                <a:latin typeface="Rubik Light"/>
              </a:rPr>
              <a:t>celery</a:t>
            </a:r>
            <a:r>
              <a:rPr lang="fr-FR" sz="1200" dirty="0">
                <a:solidFill>
                  <a:srgbClr val="1D1C1D"/>
                </a:solidFill>
                <a:latin typeface="Rubik Light"/>
              </a:rPr>
              <a:t> au moment du </a:t>
            </a:r>
            <a:r>
              <a:rPr lang="fr-FR" sz="1200" dirty="0" err="1">
                <a:solidFill>
                  <a:srgbClr val="1D1C1D"/>
                </a:solidFill>
                <a:latin typeface="Rubik Light"/>
              </a:rPr>
              <a:t>scrap</a:t>
            </a:r>
            <a:r>
              <a:rPr lang="fr-FR" sz="1200">
                <a:solidFill>
                  <a:srgbClr val="1D1C1D"/>
                </a:solidFill>
                <a:latin typeface="Rubik Light"/>
              </a:rPr>
              <a:t> (management des </a:t>
            </a:r>
            <a:br>
              <a:rPr lang="fr-FR" sz="1200" dirty="0">
                <a:latin typeface="Rubik Light"/>
              </a:rPr>
            </a:br>
            <a:r>
              <a:rPr lang="fr-FR" sz="1200">
                <a:solidFill>
                  <a:srgbClr val="1D1C1D"/>
                </a:solidFill>
                <a:latin typeface="Rubik Light"/>
              </a:rPr>
              <a:t>ressources)</a:t>
            </a:r>
            <a:endParaRPr lang="fr-FR" sz="1200">
              <a:latin typeface="Rubik Light"/>
            </a:endParaRPr>
          </a:p>
          <a:p>
            <a:endParaRPr lang="fr-FR" sz="800" dirty="0">
              <a:solidFill>
                <a:srgbClr val="1D1C1D"/>
              </a:solidFill>
              <a:latin typeface="Rubik Light"/>
            </a:endParaRPr>
          </a:p>
          <a:p>
            <a:r>
              <a:rPr lang="fr-FR" sz="1200" dirty="0">
                <a:solidFill>
                  <a:schemeClr val="dk1"/>
                </a:solidFill>
                <a:latin typeface="Rubik Light"/>
                <a:cs typeface="Rubik Light"/>
              </a:rPr>
              <a:t>👉  </a:t>
            </a:r>
            <a:r>
              <a:rPr lang="fr-FR" sz="1200" b="1" dirty="0">
                <a:solidFill>
                  <a:srgbClr val="1D1C1D"/>
                </a:solidFill>
                <a:latin typeface="Rubik Light"/>
              </a:rPr>
              <a:t>Nettoyage des données</a:t>
            </a:r>
            <a:endParaRPr lang="fr-FR" sz="1200" b="1" dirty="0">
              <a:latin typeface="Rubik Light"/>
            </a:endParaRPr>
          </a:p>
          <a:p>
            <a:pPr marL="171450" indent="-171450">
              <a:buChar char="•"/>
            </a:pPr>
            <a:r>
              <a:rPr lang="fr-FR" sz="1200" dirty="0">
                <a:solidFill>
                  <a:srgbClr val="1D1C1D"/>
                </a:solidFill>
                <a:latin typeface="Rubik Light"/>
              </a:rPr>
              <a:t>Analyse quotidienne des url en 404 pour supprimer les offres expirées</a:t>
            </a:r>
            <a:endParaRPr lang="fr-FR" sz="1200" dirty="0">
              <a:latin typeface="Rubik Light"/>
            </a:endParaRPr>
          </a:p>
          <a:p>
            <a:pPr marL="171450" indent="-171450">
              <a:buChar char="•"/>
            </a:pPr>
            <a:r>
              <a:rPr lang="fr-FR" sz="1200" dirty="0">
                <a:solidFill>
                  <a:srgbClr val="1D1C1D"/>
                </a:solidFill>
                <a:latin typeface="Rubik Light"/>
              </a:rPr>
              <a:t>Analyse quotidienne des url et comparaison du </a:t>
            </a:r>
            <a:r>
              <a:rPr lang="fr-FR" sz="1200" err="1">
                <a:solidFill>
                  <a:srgbClr val="1D1C1D"/>
                </a:solidFill>
                <a:latin typeface="Rubik Light"/>
              </a:rPr>
              <a:t>hashage</a:t>
            </a:r>
            <a:r>
              <a:rPr lang="fr-FR" sz="1200" dirty="0">
                <a:solidFill>
                  <a:srgbClr val="1D1C1D"/>
                </a:solidFill>
                <a:latin typeface="Rubik Light"/>
              </a:rPr>
              <a:t> des offres distantes pour identifier les modifications</a:t>
            </a:r>
            <a:endParaRPr lang="fr-FR" sz="1200" dirty="0">
              <a:latin typeface="Rubik Light"/>
            </a:endParaRPr>
          </a:p>
          <a:p>
            <a:pPr marL="171450" indent="-171450">
              <a:buChar char="•"/>
            </a:pPr>
            <a:r>
              <a:rPr lang="fr-FR" sz="1200" dirty="0">
                <a:solidFill>
                  <a:srgbClr val="1D1C1D"/>
                </a:solidFill>
                <a:latin typeface="Rubik Light"/>
              </a:rPr>
              <a:t>Analyse de similarité des offres  pour éviter les doublons</a:t>
            </a:r>
            <a:endParaRPr lang="fr-FR" sz="1200" dirty="0">
              <a:latin typeface="Rubik Light"/>
            </a:endParaRPr>
          </a:p>
          <a:p>
            <a:pPr marL="171450" indent="-171450">
              <a:buChar char="•"/>
            </a:pPr>
            <a:endParaRPr lang="fr-FR" sz="800" dirty="0">
              <a:solidFill>
                <a:srgbClr val="1D1C1D"/>
              </a:solidFill>
              <a:latin typeface="Rubik Light"/>
            </a:endParaRPr>
          </a:p>
          <a:p>
            <a:r>
              <a:rPr lang="fr-FR" sz="1200" dirty="0">
                <a:solidFill>
                  <a:schemeClr val="dk1"/>
                </a:solidFill>
                <a:latin typeface="Rubik Light"/>
                <a:cs typeface="Rubik Light"/>
              </a:rPr>
              <a:t>👉  </a:t>
            </a:r>
            <a:r>
              <a:rPr lang="fr-FR" sz="1200" b="1" dirty="0" err="1">
                <a:solidFill>
                  <a:srgbClr val="1D1C1D"/>
                </a:solidFill>
                <a:latin typeface="Rubik Light"/>
              </a:rPr>
              <a:t>Scrap</a:t>
            </a:r>
            <a:endParaRPr lang="fr-FR" sz="1200" b="1" dirty="0" err="1">
              <a:latin typeface="Rubik Light"/>
            </a:endParaRPr>
          </a:p>
          <a:p>
            <a:pPr marL="171450" indent="-171450">
              <a:buChar char="•"/>
            </a:pPr>
            <a:r>
              <a:rPr lang="fr-FR" sz="1200" dirty="0">
                <a:solidFill>
                  <a:srgbClr val="1D1C1D"/>
                </a:solidFill>
                <a:latin typeface="Rubik Light"/>
              </a:rPr>
              <a:t>Utilisation de l'IA avec </a:t>
            </a:r>
            <a:r>
              <a:rPr lang="fr-FR" sz="1200" dirty="0" err="1">
                <a:solidFill>
                  <a:srgbClr val="1D1C1D"/>
                </a:solidFill>
                <a:latin typeface="Rubik Light"/>
              </a:rPr>
              <a:t>langchain</a:t>
            </a:r>
            <a:r>
              <a:rPr lang="fr-FR" sz="1200" dirty="0">
                <a:solidFill>
                  <a:srgbClr val="1D1C1D"/>
                </a:solidFill>
                <a:latin typeface="Rubik Light"/>
              </a:rPr>
              <a:t> /</a:t>
            </a:r>
            <a:r>
              <a:rPr lang="fr-FR" sz="1200" dirty="0" err="1">
                <a:solidFill>
                  <a:srgbClr val="1D1C1D"/>
                </a:solidFill>
                <a:latin typeface="Rubik Light"/>
              </a:rPr>
              <a:t>pydantic</a:t>
            </a:r>
            <a:r>
              <a:rPr lang="fr-FR" sz="1200" dirty="0">
                <a:solidFill>
                  <a:srgbClr val="1D1C1D"/>
                </a:solidFill>
                <a:latin typeface="Rubik Light"/>
              </a:rPr>
              <a:t> IA pour une extraction plus précise</a:t>
            </a:r>
          </a:p>
          <a:p>
            <a:endParaRPr lang="fr-FR" sz="1200" dirty="0">
              <a:latin typeface="Rubik Light"/>
            </a:endParaRPr>
          </a:p>
        </p:txBody>
      </p:sp>
    </p:spTree>
    <p:extLst>
      <p:ext uri="{BB962C8B-B14F-4D97-AF65-F5344CB8AC3E}">
        <p14:creationId xmlns:p14="http://schemas.microsoft.com/office/powerpoint/2010/main" val="13086425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15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Simple Light</vt:lpstr>
      <vt:lpstr>Simple Light</vt:lpstr>
      <vt:lpstr>Job Market</vt:lpstr>
      <vt:lpstr>Présentation</vt:lpstr>
      <vt:lpstr>Sources de données</vt:lpstr>
      <vt:lpstr>PowerPoint Presentation</vt:lpstr>
      <vt:lpstr>Principales technologies utilisées</vt:lpstr>
      <vt:lpstr>Architecture du projet</vt:lpstr>
      <vt:lpstr>Architecture du code</vt:lpstr>
      <vt:lpstr>Grandes étapes du pipeline </vt:lpstr>
      <vt:lpstr>Architecture des données</vt:lpstr>
      <vt:lpstr>PowerPoint Presentation</vt:lpstr>
      <vt:lpstr>Extraction des données</vt:lpstr>
      <vt:lpstr>Consommation des données</vt:lpstr>
      <vt:lpstr>Tableaux de bord et visualisation</vt:lpstr>
      <vt:lpstr>Monitoring</vt:lpstr>
      <vt:lpstr>PowerPoint Presentation</vt:lpstr>
      <vt:lpstr>Démonstration</vt:lpstr>
      <vt:lpstr>Bilan et perspectives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1714</cp:revision>
  <dcterms:modified xsi:type="dcterms:W3CDTF">2025-06-02T12:30:39Z</dcterms:modified>
</cp:coreProperties>
</file>